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8" r:id="rId3"/>
    <p:sldId id="260" r:id="rId4"/>
    <p:sldId id="259"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2D612C-B88D-4819-8274-A79CACA243CF}" v="22" dt="2024-06-11T00:56:16.1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7" d="100"/>
          <a:sy n="77" d="100"/>
        </p:scale>
        <p:origin x="86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 Raval" userId="152b68a45b1e7528" providerId="LiveId" clId="{452D612C-B88D-4819-8274-A79CACA243CF}"/>
    <pc:docChg chg="undo custSel modSld">
      <pc:chgData name="Sneha Raval" userId="152b68a45b1e7528" providerId="LiveId" clId="{452D612C-B88D-4819-8274-A79CACA243CF}" dt="2024-06-16T03:57:09.365" v="44" actId="1076"/>
      <pc:docMkLst>
        <pc:docMk/>
      </pc:docMkLst>
      <pc:sldChg chg="addSp delSp modSp mod modMedia setBg delAnim setClrOvrMap delDesignElem">
        <pc:chgData name="Sneha Raval" userId="152b68a45b1e7528" providerId="LiveId" clId="{452D612C-B88D-4819-8274-A79CACA243CF}" dt="2024-06-11T02:49:19.927" v="42" actId="1076"/>
        <pc:sldMkLst>
          <pc:docMk/>
          <pc:sldMk cId="2721908915" sldId="256"/>
        </pc:sldMkLst>
        <pc:spChg chg="mod">
          <ac:chgData name="Sneha Raval" userId="152b68a45b1e7528" providerId="LiveId" clId="{452D612C-B88D-4819-8274-A79CACA243CF}" dt="2024-06-10T23:20:03.145" v="18" actId="26606"/>
          <ac:spMkLst>
            <pc:docMk/>
            <pc:sldMk cId="2721908915" sldId="256"/>
            <ac:spMk id="2" creationId="{03E13363-329E-AED7-6496-B3FDDEC247B1}"/>
          </ac:spMkLst>
        </pc:spChg>
        <pc:spChg chg="mod">
          <ac:chgData name="Sneha Raval" userId="152b68a45b1e7528" providerId="LiveId" clId="{452D612C-B88D-4819-8274-A79CACA243CF}" dt="2024-06-11T02:49:19.927" v="42" actId="1076"/>
          <ac:spMkLst>
            <pc:docMk/>
            <pc:sldMk cId="2721908915" sldId="256"/>
            <ac:spMk id="3" creationId="{26FEDF30-143B-CCC2-8938-C34DD262D7B6}"/>
          </ac:spMkLst>
        </pc:spChg>
        <pc:spChg chg="add del">
          <ac:chgData name="Sneha Raval" userId="152b68a45b1e7528" providerId="LiveId" clId="{452D612C-B88D-4819-8274-A79CACA243CF}" dt="2024-06-10T23:20:10.638" v="31"/>
          <ac:spMkLst>
            <pc:docMk/>
            <pc:sldMk cId="2721908915" sldId="256"/>
            <ac:spMk id="8" creationId="{907EF6B7-1338-4443-8C46-6A318D952DFD}"/>
          </ac:spMkLst>
        </pc:spChg>
        <pc:spChg chg="add del">
          <ac:chgData name="Sneha Raval" userId="152b68a45b1e7528" providerId="LiveId" clId="{452D612C-B88D-4819-8274-A79CACA243CF}" dt="2024-06-10T23:20:10.638" v="31"/>
          <ac:spMkLst>
            <pc:docMk/>
            <pc:sldMk cId="2721908915" sldId="256"/>
            <ac:spMk id="10" creationId="{DAAE4CDD-124C-4DCF-9584-B6033B545DD5}"/>
          </ac:spMkLst>
        </pc:spChg>
        <pc:spChg chg="add del">
          <ac:chgData name="Sneha Raval" userId="152b68a45b1e7528" providerId="LiveId" clId="{452D612C-B88D-4819-8274-A79CACA243CF}" dt="2024-06-10T23:20:10.638" v="31"/>
          <ac:spMkLst>
            <pc:docMk/>
            <pc:sldMk cId="2721908915" sldId="256"/>
            <ac:spMk id="12" creationId="{081E4A58-353D-44AE-B2FC-2A74E2E400F7}"/>
          </ac:spMkLst>
        </pc:spChg>
        <pc:spChg chg="add del">
          <ac:chgData name="Sneha Raval" userId="152b68a45b1e7528" providerId="LiveId" clId="{452D612C-B88D-4819-8274-A79CACA243CF}" dt="2024-06-10T23:20:01.463" v="14" actId="26606"/>
          <ac:spMkLst>
            <pc:docMk/>
            <pc:sldMk cId="2721908915" sldId="256"/>
            <ac:spMk id="17" creationId="{09588DA8-065E-4F6F-8EFD-43104AB2E0CF}"/>
          </ac:spMkLst>
        </pc:spChg>
        <pc:spChg chg="add del">
          <ac:chgData name="Sneha Raval" userId="152b68a45b1e7528" providerId="LiveId" clId="{452D612C-B88D-4819-8274-A79CACA243CF}" dt="2024-06-10T23:20:00.638" v="12" actId="26606"/>
          <ac:spMkLst>
            <pc:docMk/>
            <pc:sldMk cId="2721908915" sldId="256"/>
            <ac:spMk id="18" creationId="{C1DD1A8A-57D5-4A81-AD04-532B043C5611}"/>
          </ac:spMkLst>
        </pc:spChg>
        <pc:spChg chg="add del">
          <ac:chgData name="Sneha Raval" userId="152b68a45b1e7528" providerId="LiveId" clId="{452D612C-B88D-4819-8274-A79CACA243CF}" dt="2024-06-10T23:20:01.463" v="14" actId="26606"/>
          <ac:spMkLst>
            <pc:docMk/>
            <pc:sldMk cId="2721908915" sldId="256"/>
            <ac:spMk id="19" creationId="{C4285719-470E-454C-AF62-8323075F1F5B}"/>
          </ac:spMkLst>
        </pc:spChg>
        <pc:spChg chg="add del">
          <ac:chgData name="Sneha Raval" userId="152b68a45b1e7528" providerId="LiveId" clId="{452D612C-B88D-4819-8274-A79CACA243CF}" dt="2024-06-10T23:20:00.638" v="12" actId="26606"/>
          <ac:spMkLst>
            <pc:docMk/>
            <pc:sldMk cId="2721908915" sldId="256"/>
            <ac:spMk id="20" creationId="{007891EC-4501-44ED-A8C8-B11B6DB767AB}"/>
          </ac:spMkLst>
        </pc:spChg>
        <pc:spChg chg="add del">
          <ac:chgData name="Sneha Raval" userId="152b68a45b1e7528" providerId="LiveId" clId="{452D612C-B88D-4819-8274-A79CACA243CF}" dt="2024-06-10T23:20:01.463" v="14" actId="26606"/>
          <ac:spMkLst>
            <pc:docMk/>
            <pc:sldMk cId="2721908915" sldId="256"/>
            <ac:spMk id="21" creationId="{CD9FE4EF-C4D8-49A0-B2FF-81D8DB7D8A24}"/>
          </ac:spMkLst>
        </pc:spChg>
        <pc:spChg chg="add del">
          <ac:chgData name="Sneha Raval" userId="152b68a45b1e7528" providerId="LiveId" clId="{452D612C-B88D-4819-8274-A79CACA243CF}" dt="2024-06-10T23:20:01.463" v="14" actId="26606"/>
          <ac:spMkLst>
            <pc:docMk/>
            <pc:sldMk cId="2721908915" sldId="256"/>
            <ac:spMk id="23" creationId="{4300840D-0A0B-4512-BACA-B439D5B9C57C}"/>
          </ac:spMkLst>
        </pc:spChg>
        <pc:spChg chg="add del">
          <ac:chgData name="Sneha Raval" userId="152b68a45b1e7528" providerId="LiveId" clId="{452D612C-B88D-4819-8274-A79CACA243CF}" dt="2024-06-10T23:20:01.463" v="14" actId="26606"/>
          <ac:spMkLst>
            <pc:docMk/>
            <pc:sldMk cId="2721908915" sldId="256"/>
            <ac:spMk id="25" creationId="{D2B78728-A580-49A7-84F9-6EF6F583ADE0}"/>
          </ac:spMkLst>
        </pc:spChg>
        <pc:spChg chg="add del">
          <ac:chgData name="Sneha Raval" userId="152b68a45b1e7528" providerId="LiveId" clId="{452D612C-B88D-4819-8274-A79CACA243CF}" dt="2024-06-10T23:20:01.463" v="14" actId="26606"/>
          <ac:spMkLst>
            <pc:docMk/>
            <pc:sldMk cId="2721908915" sldId="256"/>
            <ac:spMk id="27" creationId="{38FAA1A1-D861-433F-88FA-1E9D6FD31D11}"/>
          </ac:spMkLst>
        </pc:spChg>
        <pc:spChg chg="add del">
          <ac:chgData name="Sneha Raval" userId="152b68a45b1e7528" providerId="LiveId" clId="{452D612C-B88D-4819-8274-A79CACA243CF}" dt="2024-06-10T23:20:01.463" v="14" actId="26606"/>
          <ac:spMkLst>
            <pc:docMk/>
            <pc:sldMk cId="2721908915" sldId="256"/>
            <ac:spMk id="29" creationId="{8D71EDA1-87BF-4D5D-AB79-F346FD19278A}"/>
          </ac:spMkLst>
        </pc:spChg>
        <pc:spChg chg="add del">
          <ac:chgData name="Sneha Raval" userId="152b68a45b1e7528" providerId="LiveId" clId="{452D612C-B88D-4819-8274-A79CACA243CF}" dt="2024-06-10T23:20:02.329" v="16" actId="26606"/>
          <ac:spMkLst>
            <pc:docMk/>
            <pc:sldMk cId="2721908915" sldId="256"/>
            <ac:spMk id="31" creationId="{C1DD1A8A-57D5-4A81-AD04-532B043C5611}"/>
          </ac:spMkLst>
        </pc:spChg>
        <pc:spChg chg="add del">
          <ac:chgData name="Sneha Raval" userId="152b68a45b1e7528" providerId="LiveId" clId="{452D612C-B88D-4819-8274-A79CACA243CF}" dt="2024-06-10T23:20:02.329" v="16" actId="26606"/>
          <ac:spMkLst>
            <pc:docMk/>
            <pc:sldMk cId="2721908915" sldId="256"/>
            <ac:spMk id="33" creationId="{007891EC-4501-44ED-A8C8-B11B6DB767AB}"/>
          </ac:spMkLst>
        </pc:spChg>
        <pc:spChg chg="add del">
          <ac:chgData name="Sneha Raval" userId="152b68a45b1e7528" providerId="LiveId" clId="{452D612C-B88D-4819-8274-A79CACA243CF}" dt="2024-06-10T23:20:03.145" v="18" actId="26606"/>
          <ac:spMkLst>
            <pc:docMk/>
            <pc:sldMk cId="2721908915" sldId="256"/>
            <ac:spMk id="35" creationId="{71B2258F-86CA-4D4D-8270-BC05FCDEBFB3}"/>
          </ac:spMkLst>
        </pc:spChg>
        <pc:picChg chg="add del mod">
          <ac:chgData name="Sneha Raval" userId="152b68a45b1e7528" providerId="LiveId" clId="{452D612C-B88D-4819-8274-A79CACA243CF}" dt="2024-06-10T23:20:00.638" v="12" actId="26606"/>
          <ac:picMkLst>
            <pc:docMk/>
            <pc:sldMk cId="2721908915" sldId="256"/>
            <ac:picMk id="14" creationId="{E2D42315-999C-81FD-6D81-A7A94C67BC16}"/>
          </ac:picMkLst>
        </pc:picChg>
        <pc:picChg chg="add del">
          <ac:chgData name="Sneha Raval" userId="152b68a45b1e7528" providerId="LiveId" clId="{452D612C-B88D-4819-8274-A79CACA243CF}" dt="2024-06-10T23:20:02.329" v="16" actId="26606"/>
          <ac:picMkLst>
            <pc:docMk/>
            <pc:sldMk cId="2721908915" sldId="256"/>
            <ac:picMk id="32" creationId="{8A6D4D48-8C2B-5652-1227-23B212DD315A}"/>
          </ac:picMkLst>
        </pc:picChg>
        <pc:picChg chg="add del">
          <ac:chgData name="Sneha Raval" userId="152b68a45b1e7528" providerId="LiveId" clId="{452D612C-B88D-4819-8274-A79CACA243CF}" dt="2024-06-10T23:20:03.145" v="18" actId="26606"/>
          <ac:picMkLst>
            <pc:docMk/>
            <pc:sldMk cId="2721908915" sldId="256"/>
            <ac:picMk id="36" creationId="{3CE74A2A-39CD-C1A2-7539-ACFE1FC23360}"/>
          </ac:picMkLst>
        </pc:picChg>
      </pc:sldChg>
      <pc:sldChg chg="addSp delSp modSp mod delDesignElem">
        <pc:chgData name="Sneha Raval" userId="152b68a45b1e7528" providerId="LiveId" clId="{452D612C-B88D-4819-8274-A79CACA243CF}" dt="2024-06-11T00:56:17.317" v="40" actId="20577"/>
        <pc:sldMkLst>
          <pc:docMk/>
          <pc:sldMk cId="1414895432" sldId="258"/>
        </pc:sldMkLst>
        <pc:spChg chg="add del mod">
          <ac:chgData name="Sneha Raval" userId="152b68a45b1e7528" providerId="LiveId" clId="{452D612C-B88D-4819-8274-A79CACA243CF}" dt="2024-06-11T00:56:17.317" v="40" actId="20577"/>
          <ac:spMkLst>
            <pc:docMk/>
            <pc:sldMk cId="1414895432" sldId="258"/>
            <ac:spMk id="3" creationId="{76836168-166B-5964-E254-77023E5F80B3}"/>
          </ac:spMkLst>
        </pc:spChg>
        <pc:spChg chg="add">
          <ac:chgData name="Sneha Raval" userId="152b68a45b1e7528" providerId="LiveId" clId="{452D612C-B88D-4819-8274-A79CACA243CF}" dt="2024-06-11T00:55:47.451" v="32"/>
          <ac:spMkLst>
            <pc:docMk/>
            <pc:sldMk cId="1414895432" sldId="258"/>
            <ac:spMk id="4" creationId="{766393C2-76ED-122F-3098-A5644F4B388E}"/>
          </ac:spMkLst>
        </pc:spChg>
        <pc:spChg chg="add">
          <ac:chgData name="Sneha Raval" userId="152b68a45b1e7528" providerId="LiveId" clId="{452D612C-B88D-4819-8274-A79CACA243CF}" dt="2024-06-11T00:55:50.741" v="33"/>
          <ac:spMkLst>
            <pc:docMk/>
            <pc:sldMk cId="1414895432" sldId="258"/>
            <ac:spMk id="5" creationId="{0B234325-7A57-595C-9C28-33E4EF4C312A}"/>
          </ac:spMkLst>
        </pc:spChg>
        <pc:spChg chg="add mod">
          <ac:chgData name="Sneha Raval" userId="152b68a45b1e7528" providerId="LiveId" clId="{452D612C-B88D-4819-8274-A79CACA243CF}" dt="2024-06-11T00:56:01.878" v="36"/>
          <ac:spMkLst>
            <pc:docMk/>
            <pc:sldMk cId="1414895432" sldId="258"/>
            <ac:spMk id="6" creationId="{834A4F41-46D3-6DF9-9687-3A8E7B21E0B2}"/>
          </ac:spMkLst>
        </pc:spChg>
        <pc:spChg chg="add del">
          <ac:chgData name="Sneha Raval" userId="152b68a45b1e7528" providerId="LiveId" clId="{452D612C-B88D-4819-8274-A79CACA243CF}" dt="2024-06-10T23:20:10.638" v="31"/>
          <ac:spMkLst>
            <pc:docMk/>
            <pc:sldMk cId="1414895432" sldId="258"/>
            <ac:spMk id="8" creationId="{1709F1D5-B0F1-4714-A239-E5B61C161915}"/>
          </ac:spMkLst>
        </pc:spChg>
        <pc:spChg chg="add del">
          <ac:chgData name="Sneha Raval" userId="152b68a45b1e7528" providerId="LiveId" clId="{452D612C-B88D-4819-8274-A79CACA243CF}" dt="2024-06-10T23:20:10.638" v="31"/>
          <ac:spMkLst>
            <pc:docMk/>
            <pc:sldMk cId="1414895432" sldId="258"/>
            <ac:spMk id="10" creationId="{228FB460-D3FF-4440-A020-05982A09E517}"/>
          </ac:spMkLst>
        </pc:spChg>
        <pc:spChg chg="add del">
          <ac:chgData name="Sneha Raval" userId="152b68a45b1e7528" providerId="LiveId" clId="{452D612C-B88D-4819-8274-A79CACA243CF}" dt="2024-06-10T23:20:10.638" v="31"/>
          <ac:spMkLst>
            <pc:docMk/>
            <pc:sldMk cId="1414895432" sldId="258"/>
            <ac:spMk id="12" creationId="{14847E93-7DC1-4D4B-8829-B19AA7137C50}"/>
          </ac:spMkLst>
        </pc:spChg>
        <pc:spChg chg="add del">
          <ac:chgData name="Sneha Raval" userId="152b68a45b1e7528" providerId="LiveId" clId="{452D612C-B88D-4819-8274-A79CACA243CF}" dt="2024-06-10T23:20:10.638" v="31"/>
          <ac:spMkLst>
            <pc:docMk/>
            <pc:sldMk cId="1414895432" sldId="258"/>
            <ac:spMk id="14" creationId="{5566D6E1-03A1-4D73-A4E0-35D74D568A04}"/>
          </ac:spMkLst>
        </pc:spChg>
        <pc:spChg chg="add del">
          <ac:chgData name="Sneha Raval" userId="152b68a45b1e7528" providerId="LiveId" clId="{452D612C-B88D-4819-8274-A79CACA243CF}" dt="2024-06-10T23:20:10.638" v="31"/>
          <ac:spMkLst>
            <pc:docMk/>
            <pc:sldMk cId="1414895432" sldId="258"/>
            <ac:spMk id="16" creationId="{9F835A99-04AC-494A-A572-AFE8413CC938}"/>
          </ac:spMkLst>
        </pc:spChg>
        <pc:spChg chg="add del">
          <ac:chgData name="Sneha Raval" userId="152b68a45b1e7528" providerId="LiveId" clId="{452D612C-B88D-4819-8274-A79CACA243CF}" dt="2024-06-10T23:20:10.638" v="31"/>
          <ac:spMkLst>
            <pc:docMk/>
            <pc:sldMk cId="1414895432" sldId="258"/>
            <ac:spMk id="18" creationId="{7B786209-1B0B-4CA9-9BDD-F7327066A84D}"/>
          </ac:spMkLst>
        </pc:spChg>
        <pc:spChg chg="add del">
          <ac:chgData name="Sneha Raval" userId="152b68a45b1e7528" providerId="LiveId" clId="{452D612C-B88D-4819-8274-A79CACA243CF}" dt="2024-06-10T23:20:10.638" v="31"/>
          <ac:spMkLst>
            <pc:docMk/>
            <pc:sldMk cId="1414895432" sldId="258"/>
            <ac:spMk id="20" creationId="{2D2964BB-484D-45AE-AD66-D407D0629652}"/>
          </ac:spMkLst>
        </pc:spChg>
        <pc:spChg chg="add del">
          <ac:chgData name="Sneha Raval" userId="152b68a45b1e7528" providerId="LiveId" clId="{452D612C-B88D-4819-8274-A79CACA243CF}" dt="2024-06-10T23:20:10.638" v="31"/>
          <ac:spMkLst>
            <pc:docMk/>
            <pc:sldMk cId="1414895432" sldId="258"/>
            <ac:spMk id="22" creationId="{6691AC69-A76E-4DAB-B565-468B6B87ACF3}"/>
          </ac:spMkLst>
        </pc:spChg>
      </pc:sldChg>
      <pc:sldChg chg="addSp delSp delDesignElem">
        <pc:chgData name="Sneha Raval" userId="152b68a45b1e7528" providerId="LiveId" clId="{452D612C-B88D-4819-8274-A79CACA243CF}" dt="2024-06-10T23:20:10.638" v="31"/>
        <pc:sldMkLst>
          <pc:docMk/>
          <pc:sldMk cId="613127604" sldId="259"/>
        </pc:sldMkLst>
        <pc:spChg chg="add del">
          <ac:chgData name="Sneha Raval" userId="152b68a45b1e7528" providerId="LiveId" clId="{452D612C-B88D-4819-8274-A79CACA243CF}" dt="2024-06-10T23:20:10.638" v="31"/>
          <ac:spMkLst>
            <pc:docMk/>
            <pc:sldMk cId="613127604" sldId="259"/>
            <ac:spMk id="11" creationId="{428D436F-9ACD-4C92-AFC8-C934C527A6A4}"/>
          </ac:spMkLst>
        </pc:spChg>
        <pc:spChg chg="add del">
          <ac:chgData name="Sneha Raval" userId="152b68a45b1e7528" providerId="LiveId" clId="{452D612C-B88D-4819-8274-A79CACA243CF}" dt="2024-06-10T23:20:10.638" v="31"/>
          <ac:spMkLst>
            <pc:docMk/>
            <pc:sldMk cId="613127604" sldId="259"/>
            <ac:spMk id="12" creationId="{090538E0-A884-4E60-A6AB-77D830E2FCED}"/>
          </ac:spMkLst>
        </pc:spChg>
        <pc:spChg chg="add del">
          <ac:chgData name="Sneha Raval" userId="152b68a45b1e7528" providerId="LiveId" clId="{452D612C-B88D-4819-8274-A79CACA243CF}" dt="2024-06-10T23:20:10.638" v="31"/>
          <ac:spMkLst>
            <pc:docMk/>
            <pc:sldMk cId="613127604" sldId="259"/>
            <ac:spMk id="18" creationId="{DB0D7DD0-1C67-4D4C-9E06-678233DB8468}"/>
          </ac:spMkLst>
        </pc:spChg>
      </pc:sldChg>
      <pc:sldChg chg="addSp delSp modSp mod delDesignElem">
        <pc:chgData name="Sneha Raval" userId="152b68a45b1e7528" providerId="LiveId" clId="{452D612C-B88D-4819-8274-A79CACA243CF}" dt="2024-06-16T03:57:09.365" v="44" actId="1076"/>
        <pc:sldMkLst>
          <pc:docMk/>
          <pc:sldMk cId="2490117626" sldId="260"/>
        </pc:sldMkLst>
        <pc:spChg chg="add del">
          <ac:chgData name="Sneha Raval" userId="152b68a45b1e7528" providerId="LiveId" clId="{452D612C-B88D-4819-8274-A79CACA243CF}" dt="2024-06-10T23:20:10.638" v="31"/>
          <ac:spMkLst>
            <pc:docMk/>
            <pc:sldMk cId="2490117626" sldId="260"/>
            <ac:spMk id="8" creationId="{F3060C83-F051-4F0E-ABAD-AA0DFC48B218}"/>
          </ac:spMkLst>
        </pc:spChg>
        <pc:spChg chg="add del">
          <ac:chgData name="Sneha Raval" userId="152b68a45b1e7528" providerId="LiveId" clId="{452D612C-B88D-4819-8274-A79CACA243CF}" dt="2024-06-10T23:20:10.638" v="31"/>
          <ac:spMkLst>
            <pc:docMk/>
            <pc:sldMk cId="2490117626" sldId="260"/>
            <ac:spMk id="10" creationId="{83C98ABE-055B-441F-B07E-44F97F083C39}"/>
          </ac:spMkLst>
        </pc:spChg>
        <pc:spChg chg="add del">
          <ac:chgData name="Sneha Raval" userId="152b68a45b1e7528" providerId="LiveId" clId="{452D612C-B88D-4819-8274-A79CACA243CF}" dt="2024-06-10T23:20:10.638" v="31"/>
          <ac:spMkLst>
            <pc:docMk/>
            <pc:sldMk cId="2490117626" sldId="260"/>
            <ac:spMk id="12" creationId="{29FDB030-9B49-4CED-8CCD-4D99382388AC}"/>
          </ac:spMkLst>
        </pc:spChg>
        <pc:spChg chg="add del">
          <ac:chgData name="Sneha Raval" userId="152b68a45b1e7528" providerId="LiveId" clId="{452D612C-B88D-4819-8274-A79CACA243CF}" dt="2024-06-10T23:20:10.638" v="31"/>
          <ac:spMkLst>
            <pc:docMk/>
            <pc:sldMk cId="2490117626" sldId="260"/>
            <ac:spMk id="14" creationId="{3783CA14-24A1-485C-8B30-D6A5D87987AD}"/>
          </ac:spMkLst>
        </pc:spChg>
        <pc:spChg chg="add del">
          <ac:chgData name="Sneha Raval" userId="152b68a45b1e7528" providerId="LiveId" clId="{452D612C-B88D-4819-8274-A79CACA243CF}" dt="2024-06-10T23:20:10.638" v="31"/>
          <ac:spMkLst>
            <pc:docMk/>
            <pc:sldMk cId="2490117626" sldId="260"/>
            <ac:spMk id="16" creationId="{9A97C86A-04D6-40F7-AE84-31AB43E6A846}"/>
          </ac:spMkLst>
        </pc:spChg>
        <pc:spChg chg="add del">
          <ac:chgData name="Sneha Raval" userId="152b68a45b1e7528" providerId="LiveId" clId="{452D612C-B88D-4819-8274-A79CACA243CF}" dt="2024-06-10T23:20:10.638" v="31"/>
          <ac:spMkLst>
            <pc:docMk/>
            <pc:sldMk cId="2490117626" sldId="260"/>
            <ac:spMk id="18" creationId="{FF9F2414-84E8-453E-B1F3-389FDE8192D9}"/>
          </ac:spMkLst>
        </pc:spChg>
        <pc:spChg chg="add del">
          <ac:chgData name="Sneha Raval" userId="152b68a45b1e7528" providerId="LiveId" clId="{452D612C-B88D-4819-8274-A79CACA243CF}" dt="2024-06-10T23:20:10.638" v="31"/>
          <ac:spMkLst>
            <pc:docMk/>
            <pc:sldMk cId="2490117626" sldId="260"/>
            <ac:spMk id="20" creationId="{3ECA69A1-7536-43AC-85EF-C7106179F5ED}"/>
          </ac:spMkLst>
        </pc:spChg>
        <pc:picChg chg="mod">
          <ac:chgData name="Sneha Raval" userId="152b68a45b1e7528" providerId="LiveId" clId="{452D612C-B88D-4819-8274-A79CACA243CF}" dt="2024-06-16T03:57:09.365" v="44" actId="1076"/>
          <ac:picMkLst>
            <pc:docMk/>
            <pc:sldMk cId="2490117626" sldId="260"/>
            <ac:picMk id="3" creationId="{531C2370-BF5A-87E0-D000-52BBD0E4B2F4}"/>
          </ac:picMkLst>
        </pc:picChg>
      </pc:sldChg>
      <pc:sldChg chg="addSp delSp modSp mod delDesignElem">
        <pc:chgData name="Sneha Raval" userId="152b68a45b1e7528" providerId="LiveId" clId="{452D612C-B88D-4819-8274-A79CACA243CF}" dt="2024-06-10T23:20:10.638" v="31"/>
        <pc:sldMkLst>
          <pc:docMk/>
          <pc:sldMk cId="409220944" sldId="261"/>
        </pc:sldMkLst>
        <pc:spChg chg="mod">
          <ac:chgData name="Sneha Raval" userId="152b68a45b1e7528" providerId="LiveId" clId="{452D612C-B88D-4819-8274-A79CACA243CF}" dt="2024-06-10T23:20:10.638" v="31"/>
          <ac:spMkLst>
            <pc:docMk/>
            <pc:sldMk cId="409220944" sldId="261"/>
            <ac:spMk id="18" creationId="{EFFC23AB-B10D-0E72-50EC-B95EA4C2507C}"/>
          </ac:spMkLst>
        </pc:spChg>
        <pc:spChg chg="mod">
          <ac:chgData name="Sneha Raval" userId="152b68a45b1e7528" providerId="LiveId" clId="{452D612C-B88D-4819-8274-A79CACA243CF}" dt="2024-06-10T23:20:10.638" v="31"/>
          <ac:spMkLst>
            <pc:docMk/>
            <pc:sldMk cId="409220944" sldId="261"/>
            <ac:spMk id="19" creationId="{1451347F-BA3B-0D07-EED8-E6473403FA5F}"/>
          </ac:spMkLst>
        </pc:spChg>
        <pc:spChg chg="add del">
          <ac:chgData name="Sneha Raval" userId="152b68a45b1e7528" providerId="LiveId" clId="{452D612C-B88D-4819-8274-A79CACA243CF}" dt="2024-06-10T23:20:10.638" v="31"/>
          <ac:spMkLst>
            <pc:docMk/>
            <pc:sldMk cId="409220944" sldId="261"/>
            <ac:spMk id="33" creationId="{E35A04CF-97D4-4FF7-B359-C546B1F62E54}"/>
          </ac:spMkLst>
        </pc:spChg>
        <pc:spChg chg="add del">
          <ac:chgData name="Sneha Raval" userId="152b68a45b1e7528" providerId="LiveId" clId="{452D612C-B88D-4819-8274-A79CACA243CF}" dt="2024-06-10T23:20:10.638" v="31"/>
          <ac:spMkLst>
            <pc:docMk/>
            <pc:sldMk cId="409220944" sldId="261"/>
            <ac:spMk id="35" creationId="{1DE7243B-5109-444B-8FAF-7437C66BC0E9}"/>
          </ac:spMkLst>
        </pc:spChg>
        <pc:spChg chg="add del">
          <ac:chgData name="Sneha Raval" userId="152b68a45b1e7528" providerId="LiveId" clId="{452D612C-B88D-4819-8274-A79CACA243CF}" dt="2024-06-10T23:20:10.638" v="31"/>
          <ac:spMkLst>
            <pc:docMk/>
            <pc:sldMk cId="409220944" sldId="261"/>
            <ac:spMk id="37" creationId="{4C5D6221-DA7B-4611-AA26-7D8E349FDE96}"/>
          </ac:spMkLst>
        </pc:spChg>
      </pc:sldChg>
      <pc:sldChg chg="addSp delSp modSp mod delDesignElem">
        <pc:chgData name="Sneha Raval" userId="152b68a45b1e7528" providerId="LiveId" clId="{452D612C-B88D-4819-8274-A79CACA243CF}" dt="2024-06-10T23:20:10.638" v="31"/>
        <pc:sldMkLst>
          <pc:docMk/>
          <pc:sldMk cId="2439002284" sldId="262"/>
        </pc:sldMkLst>
        <pc:spChg chg="mod">
          <ac:chgData name="Sneha Raval" userId="152b68a45b1e7528" providerId="LiveId" clId="{452D612C-B88D-4819-8274-A79CACA243CF}" dt="2024-06-10T23:20:10.638" v="31"/>
          <ac:spMkLst>
            <pc:docMk/>
            <pc:sldMk cId="2439002284" sldId="262"/>
            <ac:spMk id="32" creationId="{398216CF-6B08-D417-ECE7-294BF7C853C2}"/>
          </ac:spMkLst>
        </pc:spChg>
        <pc:spChg chg="add del">
          <ac:chgData name="Sneha Raval" userId="152b68a45b1e7528" providerId="LiveId" clId="{452D612C-B88D-4819-8274-A79CACA243CF}" dt="2024-06-10T23:20:10.638" v="31"/>
          <ac:spMkLst>
            <pc:docMk/>
            <pc:sldMk cId="2439002284" sldId="262"/>
            <ac:spMk id="37" creationId="{907EF6B7-1338-4443-8C46-6A318D952DFD}"/>
          </ac:spMkLst>
        </pc:spChg>
        <pc:spChg chg="add del">
          <ac:chgData name="Sneha Raval" userId="152b68a45b1e7528" providerId="LiveId" clId="{452D612C-B88D-4819-8274-A79CACA243CF}" dt="2024-06-10T23:20:10.638" v="31"/>
          <ac:spMkLst>
            <pc:docMk/>
            <pc:sldMk cId="2439002284" sldId="262"/>
            <ac:spMk id="39" creationId="{DAAE4CDD-124C-4DCF-9584-B6033B545DD5}"/>
          </ac:spMkLst>
        </pc:spChg>
        <pc:spChg chg="add del">
          <ac:chgData name="Sneha Raval" userId="152b68a45b1e7528" providerId="LiveId" clId="{452D612C-B88D-4819-8274-A79CACA243CF}" dt="2024-06-10T23:20:10.638" v="31"/>
          <ac:spMkLst>
            <pc:docMk/>
            <pc:sldMk cId="2439002284" sldId="262"/>
            <ac:spMk id="41" creationId="{081E4A58-353D-44AE-B2FC-2A74E2E400F7}"/>
          </ac:spMkLst>
        </pc:spChg>
      </pc:sldChg>
      <pc:sldChg chg="addSp delSp delDesignElem">
        <pc:chgData name="Sneha Raval" userId="152b68a45b1e7528" providerId="LiveId" clId="{452D612C-B88D-4819-8274-A79CACA243CF}" dt="2024-06-10T23:20:10.638" v="31"/>
        <pc:sldMkLst>
          <pc:docMk/>
          <pc:sldMk cId="292650071" sldId="263"/>
        </pc:sldMkLst>
        <pc:spChg chg="add del">
          <ac:chgData name="Sneha Raval" userId="152b68a45b1e7528" providerId="LiveId" clId="{452D612C-B88D-4819-8274-A79CACA243CF}" dt="2024-06-10T23:20:10.638" v="31"/>
          <ac:spMkLst>
            <pc:docMk/>
            <pc:sldMk cId="292650071" sldId="263"/>
            <ac:spMk id="8" creationId="{F837543A-6020-4505-A233-C9DB4BF74011}"/>
          </ac:spMkLst>
        </pc:spChg>
        <pc:spChg chg="add del">
          <ac:chgData name="Sneha Raval" userId="152b68a45b1e7528" providerId="LiveId" clId="{452D612C-B88D-4819-8274-A79CACA243CF}" dt="2024-06-10T23:20:10.638" v="31"/>
          <ac:spMkLst>
            <pc:docMk/>
            <pc:sldMk cId="292650071" sldId="263"/>
            <ac:spMk id="10" creationId="{35B16301-FB18-48BA-A6DD-C37CAF6F9A18}"/>
          </ac:spMkLst>
        </pc:spChg>
        <pc:spChg chg="add del">
          <ac:chgData name="Sneha Raval" userId="152b68a45b1e7528" providerId="LiveId" clId="{452D612C-B88D-4819-8274-A79CACA243CF}" dt="2024-06-10T23:20:10.638" v="31"/>
          <ac:spMkLst>
            <pc:docMk/>
            <pc:sldMk cId="292650071" sldId="263"/>
            <ac:spMk id="12" creationId="{C3C0D90E-074A-4F52-9B11-B52BEF4BCBE5}"/>
          </ac:spMkLst>
        </pc:spChg>
        <pc:spChg chg="add del">
          <ac:chgData name="Sneha Raval" userId="152b68a45b1e7528" providerId="LiveId" clId="{452D612C-B88D-4819-8274-A79CACA243CF}" dt="2024-06-10T23:20:10.638" v="31"/>
          <ac:spMkLst>
            <pc:docMk/>
            <pc:sldMk cId="292650071" sldId="263"/>
            <ac:spMk id="14" creationId="{CABBD4C1-E6F8-46F6-8152-A8A97490BF4D}"/>
          </ac:spMkLst>
        </pc:spChg>
        <pc:spChg chg="add del">
          <ac:chgData name="Sneha Raval" userId="152b68a45b1e7528" providerId="LiveId" clId="{452D612C-B88D-4819-8274-A79CACA243CF}" dt="2024-06-10T23:20:10.638" v="31"/>
          <ac:spMkLst>
            <pc:docMk/>
            <pc:sldMk cId="292650071" sldId="263"/>
            <ac:spMk id="16" creationId="{83BA5EF5-1FE9-4BF9-83BB-269BCDDF6156}"/>
          </ac:spMkLst>
        </pc:spChg>
        <pc:spChg chg="add del">
          <ac:chgData name="Sneha Raval" userId="152b68a45b1e7528" providerId="LiveId" clId="{452D612C-B88D-4819-8274-A79CACA243CF}" dt="2024-06-10T23:20:10.638" v="31"/>
          <ac:spMkLst>
            <pc:docMk/>
            <pc:sldMk cId="292650071" sldId="263"/>
            <ac:spMk id="20" creationId="{88853921-7BC9-4BDE-ACAB-133C683C82D6}"/>
          </ac:spMkLst>
        </pc:spChg>
        <pc:spChg chg="add del">
          <ac:chgData name="Sneha Raval" userId="152b68a45b1e7528" providerId="LiveId" clId="{452D612C-B88D-4819-8274-A79CACA243CF}" dt="2024-06-10T23:20:10.638" v="31"/>
          <ac:spMkLst>
            <pc:docMk/>
            <pc:sldMk cId="292650071" sldId="263"/>
            <ac:spMk id="22" creationId="{09192968-3AE7-4470-A61C-97294BB92731}"/>
          </ac:spMkLst>
        </pc:spChg>
        <pc:spChg chg="add del">
          <ac:chgData name="Sneha Raval" userId="152b68a45b1e7528" providerId="LiveId" clId="{452D612C-B88D-4819-8274-A79CACA243CF}" dt="2024-06-10T23:20:10.638" v="31"/>
          <ac:spMkLst>
            <pc:docMk/>
            <pc:sldMk cId="292650071" sldId="263"/>
            <ac:spMk id="24" creationId="{3AB72E55-43E4-4356-BFE8-E2102CB0B505}"/>
          </ac:spMkLst>
        </pc:spChg>
        <pc:cxnChg chg="add del">
          <ac:chgData name="Sneha Raval" userId="152b68a45b1e7528" providerId="LiveId" clId="{452D612C-B88D-4819-8274-A79CACA243CF}" dt="2024-06-10T23:20:10.638" v="31"/>
          <ac:cxnSpMkLst>
            <pc:docMk/>
            <pc:sldMk cId="292650071" sldId="263"/>
            <ac:cxnSpMk id="18" creationId="{4B3BCACB-5880-460B-9606-8C433A9AF99D}"/>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2DC431-CE6B-4F07-BDE0-CC598FD37A3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CA"/>
        </a:p>
      </dgm:t>
    </dgm:pt>
    <dgm:pt modelId="{B6806A86-FD5D-42CE-B691-801D5E2897A1}">
      <dgm:prSet/>
      <dgm:spPr/>
      <dgm:t>
        <a:bodyPr/>
        <a:lstStyle/>
        <a:p>
          <a:r>
            <a:rPr lang="en-CA" dirty="0"/>
            <a:t>Expense Category	       Estimated Cost (per month)</a:t>
          </a:r>
        </a:p>
      </dgm:t>
    </dgm:pt>
    <dgm:pt modelId="{8141CE11-5AA2-4215-BD9C-5FA2FDCA324A}" type="parTrans" cxnId="{5DADF8F2-5EB7-4C37-A15F-A3CD4A24A84C}">
      <dgm:prSet/>
      <dgm:spPr/>
      <dgm:t>
        <a:bodyPr/>
        <a:lstStyle/>
        <a:p>
          <a:endParaRPr lang="en-CA"/>
        </a:p>
      </dgm:t>
    </dgm:pt>
    <dgm:pt modelId="{8497F4E3-5FCE-4C9F-ACE5-9794F1563BA0}" type="sibTrans" cxnId="{5DADF8F2-5EB7-4C37-A15F-A3CD4A24A84C}">
      <dgm:prSet/>
      <dgm:spPr/>
      <dgm:t>
        <a:bodyPr/>
        <a:lstStyle/>
        <a:p>
          <a:endParaRPr lang="en-CA"/>
        </a:p>
      </dgm:t>
    </dgm:pt>
    <dgm:pt modelId="{245C1483-36A6-48AC-9121-0A3527E2772B}">
      <dgm:prSet/>
      <dgm:spPr/>
      <dgm:t>
        <a:bodyPr/>
        <a:lstStyle/>
        <a:p>
          <a:r>
            <a:rPr lang="en-CA" dirty="0"/>
            <a:t>Content Creation	                                      $10,000</a:t>
          </a:r>
        </a:p>
      </dgm:t>
    </dgm:pt>
    <dgm:pt modelId="{3D6FD3B0-0439-4073-AF92-44AEF54EBD2D}" type="parTrans" cxnId="{4378E7A0-6351-4E74-BE42-16D7CEDD7506}">
      <dgm:prSet/>
      <dgm:spPr/>
      <dgm:t>
        <a:bodyPr/>
        <a:lstStyle/>
        <a:p>
          <a:endParaRPr lang="en-CA"/>
        </a:p>
      </dgm:t>
    </dgm:pt>
    <dgm:pt modelId="{140C1FF1-8A68-4A53-9A8B-975997096A65}" type="sibTrans" cxnId="{4378E7A0-6351-4E74-BE42-16D7CEDD7506}">
      <dgm:prSet/>
      <dgm:spPr/>
      <dgm:t>
        <a:bodyPr/>
        <a:lstStyle/>
        <a:p>
          <a:endParaRPr lang="en-CA"/>
        </a:p>
      </dgm:t>
    </dgm:pt>
    <dgm:pt modelId="{88592AA0-54F7-4F53-BE13-0810E23FEA6C}">
      <dgm:prSet/>
      <dgm:spPr/>
      <dgm:t>
        <a:bodyPr/>
        <a:lstStyle/>
        <a:p>
          <a:r>
            <a:rPr lang="en-CA" dirty="0"/>
            <a:t>Platform Development	                      $15,000</a:t>
          </a:r>
        </a:p>
      </dgm:t>
    </dgm:pt>
    <dgm:pt modelId="{60574F9D-3ED5-4F29-BA70-89CA6AC216EB}" type="parTrans" cxnId="{937AD8B5-6DC4-41A4-BB2B-2330BC9B79B2}">
      <dgm:prSet/>
      <dgm:spPr/>
      <dgm:t>
        <a:bodyPr/>
        <a:lstStyle/>
        <a:p>
          <a:endParaRPr lang="en-CA"/>
        </a:p>
      </dgm:t>
    </dgm:pt>
    <dgm:pt modelId="{DBF79DF6-A28A-41EC-AD8E-65C76278B5B9}" type="sibTrans" cxnId="{937AD8B5-6DC4-41A4-BB2B-2330BC9B79B2}">
      <dgm:prSet/>
      <dgm:spPr/>
      <dgm:t>
        <a:bodyPr/>
        <a:lstStyle/>
        <a:p>
          <a:endParaRPr lang="en-CA"/>
        </a:p>
      </dgm:t>
    </dgm:pt>
    <dgm:pt modelId="{BFF79496-1E4E-4BDE-97F8-B2848FE0C9FB}">
      <dgm:prSet/>
      <dgm:spPr/>
      <dgm:t>
        <a:bodyPr/>
        <a:lstStyle/>
        <a:p>
          <a:r>
            <a:rPr lang="en-CA" dirty="0"/>
            <a:t>Marketing and Advertising	       $8,000</a:t>
          </a:r>
        </a:p>
      </dgm:t>
    </dgm:pt>
    <dgm:pt modelId="{40A4BD4D-ED79-4E7D-9B21-3788F75A9023}" type="parTrans" cxnId="{EA7A513D-A4B2-4A6C-A7B3-6B5F4433C861}">
      <dgm:prSet/>
      <dgm:spPr/>
      <dgm:t>
        <a:bodyPr/>
        <a:lstStyle/>
        <a:p>
          <a:endParaRPr lang="en-CA"/>
        </a:p>
      </dgm:t>
    </dgm:pt>
    <dgm:pt modelId="{E2BE3EF2-84FA-48B2-9A03-A51E6B92F4A6}" type="sibTrans" cxnId="{EA7A513D-A4B2-4A6C-A7B3-6B5F4433C861}">
      <dgm:prSet/>
      <dgm:spPr/>
      <dgm:t>
        <a:bodyPr/>
        <a:lstStyle/>
        <a:p>
          <a:endParaRPr lang="en-CA"/>
        </a:p>
      </dgm:t>
    </dgm:pt>
    <dgm:pt modelId="{D30AF8D8-2540-4DE3-9DC8-9AC5247574F5}">
      <dgm:prSet/>
      <dgm:spPr/>
      <dgm:t>
        <a:bodyPr/>
        <a:lstStyle/>
        <a:p>
          <a:r>
            <a:rPr lang="en-CA" dirty="0"/>
            <a:t>Technology Infrastructure	                      $5,000</a:t>
          </a:r>
        </a:p>
      </dgm:t>
    </dgm:pt>
    <dgm:pt modelId="{09B7AF22-167C-4077-9280-EB5C9A4E6737}" type="parTrans" cxnId="{260C15F6-32A4-43DF-8A8B-C15940EF02F4}">
      <dgm:prSet/>
      <dgm:spPr/>
      <dgm:t>
        <a:bodyPr/>
        <a:lstStyle/>
        <a:p>
          <a:endParaRPr lang="en-CA"/>
        </a:p>
      </dgm:t>
    </dgm:pt>
    <dgm:pt modelId="{2D08AD97-C9D5-4154-9929-4DF9E29FA70E}" type="sibTrans" cxnId="{260C15F6-32A4-43DF-8A8B-C15940EF02F4}">
      <dgm:prSet/>
      <dgm:spPr/>
      <dgm:t>
        <a:bodyPr/>
        <a:lstStyle/>
        <a:p>
          <a:endParaRPr lang="en-CA"/>
        </a:p>
      </dgm:t>
    </dgm:pt>
    <dgm:pt modelId="{7FAC813D-2860-4C33-BAFB-0740C2236720}">
      <dgm:prSet/>
      <dgm:spPr/>
      <dgm:t>
        <a:bodyPr/>
        <a:lstStyle/>
        <a:p>
          <a:r>
            <a:rPr lang="en-CA" dirty="0"/>
            <a:t>Salaries (Team Members)	                      $25,000</a:t>
          </a:r>
        </a:p>
      </dgm:t>
    </dgm:pt>
    <dgm:pt modelId="{F09E740B-7C39-400D-A2DA-3D7D5B86B2CF}" type="parTrans" cxnId="{CF1722AD-E7B3-4A6E-ABE2-B60B24740A7D}">
      <dgm:prSet/>
      <dgm:spPr/>
      <dgm:t>
        <a:bodyPr/>
        <a:lstStyle/>
        <a:p>
          <a:endParaRPr lang="en-CA"/>
        </a:p>
      </dgm:t>
    </dgm:pt>
    <dgm:pt modelId="{CB63E533-546C-4989-9742-4B6619D940E2}" type="sibTrans" cxnId="{CF1722AD-E7B3-4A6E-ABE2-B60B24740A7D}">
      <dgm:prSet/>
      <dgm:spPr/>
      <dgm:t>
        <a:bodyPr/>
        <a:lstStyle/>
        <a:p>
          <a:endParaRPr lang="en-CA"/>
        </a:p>
      </dgm:t>
    </dgm:pt>
    <dgm:pt modelId="{9988AF00-BCB1-4051-8622-5C2C7726C625}">
      <dgm:prSet/>
      <dgm:spPr/>
      <dgm:t>
        <a:bodyPr/>
        <a:lstStyle/>
        <a:p>
          <a:r>
            <a:rPr lang="en-CA" dirty="0"/>
            <a:t>Operational Costs	                      $7,000</a:t>
          </a:r>
        </a:p>
      </dgm:t>
    </dgm:pt>
    <dgm:pt modelId="{04B9D317-A830-4FCE-A4E5-19DCA82B653D}" type="parTrans" cxnId="{2748E823-0C73-426B-AA4B-3D9D93E58DF1}">
      <dgm:prSet/>
      <dgm:spPr/>
      <dgm:t>
        <a:bodyPr/>
        <a:lstStyle/>
        <a:p>
          <a:endParaRPr lang="en-CA"/>
        </a:p>
      </dgm:t>
    </dgm:pt>
    <dgm:pt modelId="{AE93A706-8368-40FF-800B-2872C53DD16F}" type="sibTrans" cxnId="{2748E823-0C73-426B-AA4B-3D9D93E58DF1}">
      <dgm:prSet/>
      <dgm:spPr/>
      <dgm:t>
        <a:bodyPr/>
        <a:lstStyle/>
        <a:p>
          <a:endParaRPr lang="en-CA"/>
        </a:p>
      </dgm:t>
    </dgm:pt>
    <dgm:pt modelId="{878E706B-5C59-4501-B446-629110204A09}">
      <dgm:prSet/>
      <dgm:spPr/>
      <dgm:t>
        <a:bodyPr/>
        <a:lstStyle/>
        <a:p>
          <a:r>
            <a:rPr lang="en-CA" dirty="0"/>
            <a:t>Miscellaneous Expenses	                      $3,000</a:t>
          </a:r>
        </a:p>
      </dgm:t>
    </dgm:pt>
    <dgm:pt modelId="{90D0EBA3-4474-488F-A6F8-D16144818E92}" type="parTrans" cxnId="{F57537F4-D482-4B04-AA98-3A83129AA32C}">
      <dgm:prSet/>
      <dgm:spPr/>
      <dgm:t>
        <a:bodyPr/>
        <a:lstStyle/>
        <a:p>
          <a:endParaRPr lang="en-CA"/>
        </a:p>
      </dgm:t>
    </dgm:pt>
    <dgm:pt modelId="{E6FCF29F-A92A-416B-970F-17B22C5D53C2}" type="sibTrans" cxnId="{F57537F4-D482-4B04-AA98-3A83129AA32C}">
      <dgm:prSet/>
      <dgm:spPr/>
      <dgm:t>
        <a:bodyPr/>
        <a:lstStyle/>
        <a:p>
          <a:endParaRPr lang="en-CA"/>
        </a:p>
      </dgm:t>
    </dgm:pt>
    <dgm:pt modelId="{C6E7C0BB-170F-4441-91E0-C9A20A9634DB}">
      <dgm:prSet/>
      <dgm:spPr/>
      <dgm:t>
        <a:bodyPr/>
        <a:lstStyle/>
        <a:p>
          <a:r>
            <a:rPr lang="en-CA" dirty="0"/>
            <a:t>Total	                                                    $73,000</a:t>
          </a:r>
        </a:p>
      </dgm:t>
    </dgm:pt>
    <dgm:pt modelId="{92690282-9B3B-4457-AB5D-571B02AD2676}" type="parTrans" cxnId="{FFBA2698-5FBF-4BC6-B1D6-AFFE09B8741C}">
      <dgm:prSet/>
      <dgm:spPr/>
      <dgm:t>
        <a:bodyPr/>
        <a:lstStyle/>
        <a:p>
          <a:endParaRPr lang="en-CA"/>
        </a:p>
      </dgm:t>
    </dgm:pt>
    <dgm:pt modelId="{7D07B70C-683E-41B1-8179-130ADDC02980}" type="sibTrans" cxnId="{FFBA2698-5FBF-4BC6-B1D6-AFFE09B8741C}">
      <dgm:prSet/>
      <dgm:spPr/>
      <dgm:t>
        <a:bodyPr/>
        <a:lstStyle/>
        <a:p>
          <a:endParaRPr lang="en-CA"/>
        </a:p>
      </dgm:t>
    </dgm:pt>
    <dgm:pt modelId="{558E64F8-6517-43FA-9B17-24946BD20FAB}" type="pres">
      <dgm:prSet presAssocID="{742DC431-CE6B-4F07-BDE0-CC598FD37A3E}" presName="linear" presStyleCnt="0">
        <dgm:presLayoutVars>
          <dgm:animLvl val="lvl"/>
          <dgm:resizeHandles val="exact"/>
        </dgm:presLayoutVars>
      </dgm:prSet>
      <dgm:spPr/>
    </dgm:pt>
    <dgm:pt modelId="{5DB1EA80-9444-418A-BDA3-97F68508F465}" type="pres">
      <dgm:prSet presAssocID="{B6806A86-FD5D-42CE-B691-801D5E2897A1}" presName="parentText" presStyleLbl="node1" presStyleIdx="0" presStyleCnt="9">
        <dgm:presLayoutVars>
          <dgm:chMax val="0"/>
          <dgm:bulletEnabled val="1"/>
        </dgm:presLayoutVars>
      </dgm:prSet>
      <dgm:spPr/>
    </dgm:pt>
    <dgm:pt modelId="{DD98B5D8-8FB9-44FB-9484-A9F3921449AF}" type="pres">
      <dgm:prSet presAssocID="{8497F4E3-5FCE-4C9F-ACE5-9794F1563BA0}" presName="spacer" presStyleCnt="0"/>
      <dgm:spPr/>
    </dgm:pt>
    <dgm:pt modelId="{E7A1CA7E-7605-491A-A5D4-66D5520A5E44}" type="pres">
      <dgm:prSet presAssocID="{245C1483-36A6-48AC-9121-0A3527E2772B}" presName="parentText" presStyleLbl="node1" presStyleIdx="1" presStyleCnt="9">
        <dgm:presLayoutVars>
          <dgm:chMax val="0"/>
          <dgm:bulletEnabled val="1"/>
        </dgm:presLayoutVars>
      </dgm:prSet>
      <dgm:spPr/>
    </dgm:pt>
    <dgm:pt modelId="{25FA9287-B3D4-4AAA-9025-E08CB1260A83}" type="pres">
      <dgm:prSet presAssocID="{140C1FF1-8A68-4A53-9A8B-975997096A65}" presName="spacer" presStyleCnt="0"/>
      <dgm:spPr/>
    </dgm:pt>
    <dgm:pt modelId="{FBA51DDD-9190-4B01-8C8E-76556D46AEB0}" type="pres">
      <dgm:prSet presAssocID="{88592AA0-54F7-4F53-BE13-0810E23FEA6C}" presName="parentText" presStyleLbl="node1" presStyleIdx="2" presStyleCnt="9">
        <dgm:presLayoutVars>
          <dgm:chMax val="0"/>
          <dgm:bulletEnabled val="1"/>
        </dgm:presLayoutVars>
      </dgm:prSet>
      <dgm:spPr/>
    </dgm:pt>
    <dgm:pt modelId="{1D7CF55C-352E-41A7-AAE5-E6305C913825}" type="pres">
      <dgm:prSet presAssocID="{DBF79DF6-A28A-41EC-AD8E-65C76278B5B9}" presName="spacer" presStyleCnt="0"/>
      <dgm:spPr/>
    </dgm:pt>
    <dgm:pt modelId="{B7426F7B-F1A1-4EFF-800C-F8BEA0F2AEA3}" type="pres">
      <dgm:prSet presAssocID="{BFF79496-1E4E-4BDE-97F8-B2848FE0C9FB}" presName="parentText" presStyleLbl="node1" presStyleIdx="3" presStyleCnt="9">
        <dgm:presLayoutVars>
          <dgm:chMax val="0"/>
          <dgm:bulletEnabled val="1"/>
        </dgm:presLayoutVars>
      </dgm:prSet>
      <dgm:spPr/>
    </dgm:pt>
    <dgm:pt modelId="{76563E10-B23A-4C09-A779-D41E3815CB2B}" type="pres">
      <dgm:prSet presAssocID="{E2BE3EF2-84FA-48B2-9A03-A51E6B92F4A6}" presName="spacer" presStyleCnt="0"/>
      <dgm:spPr/>
    </dgm:pt>
    <dgm:pt modelId="{EC20899F-705E-497B-9272-CD7EFCBF9747}" type="pres">
      <dgm:prSet presAssocID="{D30AF8D8-2540-4DE3-9DC8-9AC5247574F5}" presName="parentText" presStyleLbl="node1" presStyleIdx="4" presStyleCnt="9">
        <dgm:presLayoutVars>
          <dgm:chMax val="0"/>
          <dgm:bulletEnabled val="1"/>
        </dgm:presLayoutVars>
      </dgm:prSet>
      <dgm:spPr/>
    </dgm:pt>
    <dgm:pt modelId="{C2E6D363-E263-4AC2-96E1-C4B0F2D79F83}" type="pres">
      <dgm:prSet presAssocID="{2D08AD97-C9D5-4154-9929-4DF9E29FA70E}" presName="spacer" presStyleCnt="0"/>
      <dgm:spPr/>
    </dgm:pt>
    <dgm:pt modelId="{F79F6B14-8B12-4DF7-B12E-386076850C6E}" type="pres">
      <dgm:prSet presAssocID="{7FAC813D-2860-4C33-BAFB-0740C2236720}" presName="parentText" presStyleLbl="node1" presStyleIdx="5" presStyleCnt="9">
        <dgm:presLayoutVars>
          <dgm:chMax val="0"/>
          <dgm:bulletEnabled val="1"/>
        </dgm:presLayoutVars>
      </dgm:prSet>
      <dgm:spPr/>
    </dgm:pt>
    <dgm:pt modelId="{9B2131EA-116E-4035-9F58-EE84387DCB17}" type="pres">
      <dgm:prSet presAssocID="{CB63E533-546C-4989-9742-4B6619D940E2}" presName="spacer" presStyleCnt="0"/>
      <dgm:spPr/>
    </dgm:pt>
    <dgm:pt modelId="{E510EDA3-1FF1-48D6-BBD9-6522A3AA868C}" type="pres">
      <dgm:prSet presAssocID="{9988AF00-BCB1-4051-8622-5C2C7726C625}" presName="parentText" presStyleLbl="node1" presStyleIdx="6" presStyleCnt="9">
        <dgm:presLayoutVars>
          <dgm:chMax val="0"/>
          <dgm:bulletEnabled val="1"/>
        </dgm:presLayoutVars>
      </dgm:prSet>
      <dgm:spPr/>
    </dgm:pt>
    <dgm:pt modelId="{7CCA9315-AD85-4AA2-A89B-3C3473DB893F}" type="pres">
      <dgm:prSet presAssocID="{AE93A706-8368-40FF-800B-2872C53DD16F}" presName="spacer" presStyleCnt="0"/>
      <dgm:spPr/>
    </dgm:pt>
    <dgm:pt modelId="{6EC23B86-3388-44C5-ADE6-0E11EAAE0F5C}" type="pres">
      <dgm:prSet presAssocID="{878E706B-5C59-4501-B446-629110204A09}" presName="parentText" presStyleLbl="node1" presStyleIdx="7" presStyleCnt="9">
        <dgm:presLayoutVars>
          <dgm:chMax val="0"/>
          <dgm:bulletEnabled val="1"/>
        </dgm:presLayoutVars>
      </dgm:prSet>
      <dgm:spPr/>
    </dgm:pt>
    <dgm:pt modelId="{D794EB8E-06A8-4ACA-B4DB-A040FCD5312A}" type="pres">
      <dgm:prSet presAssocID="{E6FCF29F-A92A-416B-970F-17B22C5D53C2}" presName="spacer" presStyleCnt="0"/>
      <dgm:spPr/>
    </dgm:pt>
    <dgm:pt modelId="{4B4E1A8A-1809-4426-8026-934455676359}" type="pres">
      <dgm:prSet presAssocID="{C6E7C0BB-170F-4441-91E0-C9A20A9634DB}" presName="parentText" presStyleLbl="node1" presStyleIdx="8" presStyleCnt="9">
        <dgm:presLayoutVars>
          <dgm:chMax val="0"/>
          <dgm:bulletEnabled val="1"/>
        </dgm:presLayoutVars>
      </dgm:prSet>
      <dgm:spPr/>
    </dgm:pt>
  </dgm:ptLst>
  <dgm:cxnLst>
    <dgm:cxn modelId="{CB67471F-286F-4877-AD48-5936A7016673}" type="presOf" srcId="{88592AA0-54F7-4F53-BE13-0810E23FEA6C}" destId="{FBA51DDD-9190-4B01-8C8E-76556D46AEB0}" srcOrd="0" destOrd="0" presId="urn:microsoft.com/office/officeart/2005/8/layout/vList2"/>
    <dgm:cxn modelId="{2748E823-0C73-426B-AA4B-3D9D93E58DF1}" srcId="{742DC431-CE6B-4F07-BDE0-CC598FD37A3E}" destId="{9988AF00-BCB1-4051-8622-5C2C7726C625}" srcOrd="6" destOrd="0" parTransId="{04B9D317-A830-4FCE-A4E5-19DCA82B653D}" sibTransId="{AE93A706-8368-40FF-800B-2872C53DD16F}"/>
    <dgm:cxn modelId="{3EE43F30-683D-4303-B600-8DFFD6601160}" type="presOf" srcId="{245C1483-36A6-48AC-9121-0A3527E2772B}" destId="{E7A1CA7E-7605-491A-A5D4-66D5520A5E44}" srcOrd="0" destOrd="0" presId="urn:microsoft.com/office/officeart/2005/8/layout/vList2"/>
    <dgm:cxn modelId="{83000434-7D07-4975-99B2-C90CBF6B9FF4}" type="presOf" srcId="{878E706B-5C59-4501-B446-629110204A09}" destId="{6EC23B86-3388-44C5-ADE6-0E11EAAE0F5C}" srcOrd="0" destOrd="0" presId="urn:microsoft.com/office/officeart/2005/8/layout/vList2"/>
    <dgm:cxn modelId="{EA7A513D-A4B2-4A6C-A7B3-6B5F4433C861}" srcId="{742DC431-CE6B-4F07-BDE0-CC598FD37A3E}" destId="{BFF79496-1E4E-4BDE-97F8-B2848FE0C9FB}" srcOrd="3" destOrd="0" parTransId="{40A4BD4D-ED79-4E7D-9B21-3788F75A9023}" sibTransId="{E2BE3EF2-84FA-48B2-9A03-A51E6B92F4A6}"/>
    <dgm:cxn modelId="{ADE9975E-635D-4A43-B945-904F468F7791}" type="presOf" srcId="{7FAC813D-2860-4C33-BAFB-0740C2236720}" destId="{F79F6B14-8B12-4DF7-B12E-386076850C6E}" srcOrd="0" destOrd="0" presId="urn:microsoft.com/office/officeart/2005/8/layout/vList2"/>
    <dgm:cxn modelId="{DB2C9B62-9A6B-4A33-B116-55B93009EFFE}" type="presOf" srcId="{B6806A86-FD5D-42CE-B691-801D5E2897A1}" destId="{5DB1EA80-9444-418A-BDA3-97F68508F465}" srcOrd="0" destOrd="0" presId="urn:microsoft.com/office/officeart/2005/8/layout/vList2"/>
    <dgm:cxn modelId="{B659306F-0DE4-45C5-A3CD-64AE30999094}" type="presOf" srcId="{BFF79496-1E4E-4BDE-97F8-B2848FE0C9FB}" destId="{B7426F7B-F1A1-4EFF-800C-F8BEA0F2AEA3}" srcOrd="0" destOrd="0" presId="urn:microsoft.com/office/officeart/2005/8/layout/vList2"/>
    <dgm:cxn modelId="{2D73EB82-F393-4EAA-A5BC-A4FA4593598A}" type="presOf" srcId="{9988AF00-BCB1-4051-8622-5C2C7726C625}" destId="{E510EDA3-1FF1-48D6-BBD9-6522A3AA868C}" srcOrd="0" destOrd="0" presId="urn:microsoft.com/office/officeart/2005/8/layout/vList2"/>
    <dgm:cxn modelId="{FFBA2698-5FBF-4BC6-B1D6-AFFE09B8741C}" srcId="{742DC431-CE6B-4F07-BDE0-CC598FD37A3E}" destId="{C6E7C0BB-170F-4441-91E0-C9A20A9634DB}" srcOrd="8" destOrd="0" parTransId="{92690282-9B3B-4457-AB5D-571B02AD2676}" sibTransId="{7D07B70C-683E-41B1-8179-130ADDC02980}"/>
    <dgm:cxn modelId="{4378E7A0-6351-4E74-BE42-16D7CEDD7506}" srcId="{742DC431-CE6B-4F07-BDE0-CC598FD37A3E}" destId="{245C1483-36A6-48AC-9121-0A3527E2772B}" srcOrd="1" destOrd="0" parTransId="{3D6FD3B0-0439-4073-AF92-44AEF54EBD2D}" sibTransId="{140C1FF1-8A68-4A53-9A8B-975997096A65}"/>
    <dgm:cxn modelId="{CF1722AD-E7B3-4A6E-ABE2-B60B24740A7D}" srcId="{742DC431-CE6B-4F07-BDE0-CC598FD37A3E}" destId="{7FAC813D-2860-4C33-BAFB-0740C2236720}" srcOrd="5" destOrd="0" parTransId="{F09E740B-7C39-400D-A2DA-3D7D5B86B2CF}" sibTransId="{CB63E533-546C-4989-9742-4B6619D940E2}"/>
    <dgm:cxn modelId="{937AD8B5-6DC4-41A4-BB2B-2330BC9B79B2}" srcId="{742DC431-CE6B-4F07-BDE0-CC598FD37A3E}" destId="{88592AA0-54F7-4F53-BE13-0810E23FEA6C}" srcOrd="2" destOrd="0" parTransId="{60574F9D-3ED5-4F29-BA70-89CA6AC216EB}" sibTransId="{DBF79DF6-A28A-41EC-AD8E-65C76278B5B9}"/>
    <dgm:cxn modelId="{FA9371BC-8483-48FB-9C2D-50C9228F4934}" type="presOf" srcId="{D30AF8D8-2540-4DE3-9DC8-9AC5247574F5}" destId="{EC20899F-705E-497B-9272-CD7EFCBF9747}" srcOrd="0" destOrd="0" presId="urn:microsoft.com/office/officeart/2005/8/layout/vList2"/>
    <dgm:cxn modelId="{0D0640C8-88E2-40BC-8D63-838D3DF48AA4}" type="presOf" srcId="{742DC431-CE6B-4F07-BDE0-CC598FD37A3E}" destId="{558E64F8-6517-43FA-9B17-24946BD20FAB}" srcOrd="0" destOrd="0" presId="urn:microsoft.com/office/officeart/2005/8/layout/vList2"/>
    <dgm:cxn modelId="{7BE8EFEF-785D-4002-AC2E-F24CFF55892D}" type="presOf" srcId="{C6E7C0BB-170F-4441-91E0-C9A20A9634DB}" destId="{4B4E1A8A-1809-4426-8026-934455676359}" srcOrd="0" destOrd="0" presId="urn:microsoft.com/office/officeart/2005/8/layout/vList2"/>
    <dgm:cxn modelId="{5DADF8F2-5EB7-4C37-A15F-A3CD4A24A84C}" srcId="{742DC431-CE6B-4F07-BDE0-CC598FD37A3E}" destId="{B6806A86-FD5D-42CE-B691-801D5E2897A1}" srcOrd="0" destOrd="0" parTransId="{8141CE11-5AA2-4215-BD9C-5FA2FDCA324A}" sibTransId="{8497F4E3-5FCE-4C9F-ACE5-9794F1563BA0}"/>
    <dgm:cxn modelId="{F57537F4-D482-4B04-AA98-3A83129AA32C}" srcId="{742DC431-CE6B-4F07-BDE0-CC598FD37A3E}" destId="{878E706B-5C59-4501-B446-629110204A09}" srcOrd="7" destOrd="0" parTransId="{90D0EBA3-4474-488F-A6F8-D16144818E92}" sibTransId="{E6FCF29F-A92A-416B-970F-17B22C5D53C2}"/>
    <dgm:cxn modelId="{260C15F6-32A4-43DF-8A8B-C15940EF02F4}" srcId="{742DC431-CE6B-4F07-BDE0-CC598FD37A3E}" destId="{D30AF8D8-2540-4DE3-9DC8-9AC5247574F5}" srcOrd="4" destOrd="0" parTransId="{09B7AF22-167C-4077-9280-EB5C9A4E6737}" sibTransId="{2D08AD97-C9D5-4154-9929-4DF9E29FA70E}"/>
    <dgm:cxn modelId="{BB464CFE-534F-4166-A056-2D223F807EF7}" type="presParOf" srcId="{558E64F8-6517-43FA-9B17-24946BD20FAB}" destId="{5DB1EA80-9444-418A-BDA3-97F68508F465}" srcOrd="0" destOrd="0" presId="urn:microsoft.com/office/officeart/2005/8/layout/vList2"/>
    <dgm:cxn modelId="{537C134E-024C-4AA0-8CAC-EEF7E65844E8}" type="presParOf" srcId="{558E64F8-6517-43FA-9B17-24946BD20FAB}" destId="{DD98B5D8-8FB9-44FB-9484-A9F3921449AF}" srcOrd="1" destOrd="0" presId="urn:microsoft.com/office/officeart/2005/8/layout/vList2"/>
    <dgm:cxn modelId="{C52B2A2A-53D6-4071-BB7A-04BEF06159A2}" type="presParOf" srcId="{558E64F8-6517-43FA-9B17-24946BD20FAB}" destId="{E7A1CA7E-7605-491A-A5D4-66D5520A5E44}" srcOrd="2" destOrd="0" presId="urn:microsoft.com/office/officeart/2005/8/layout/vList2"/>
    <dgm:cxn modelId="{86119E1E-313B-4A45-8AF9-FB00FF017C9E}" type="presParOf" srcId="{558E64F8-6517-43FA-9B17-24946BD20FAB}" destId="{25FA9287-B3D4-4AAA-9025-E08CB1260A83}" srcOrd="3" destOrd="0" presId="urn:microsoft.com/office/officeart/2005/8/layout/vList2"/>
    <dgm:cxn modelId="{B18770D0-1D1D-41AE-8161-EF56A1C53781}" type="presParOf" srcId="{558E64F8-6517-43FA-9B17-24946BD20FAB}" destId="{FBA51DDD-9190-4B01-8C8E-76556D46AEB0}" srcOrd="4" destOrd="0" presId="urn:microsoft.com/office/officeart/2005/8/layout/vList2"/>
    <dgm:cxn modelId="{0968462C-A230-4EB3-880F-53273F42E985}" type="presParOf" srcId="{558E64F8-6517-43FA-9B17-24946BD20FAB}" destId="{1D7CF55C-352E-41A7-AAE5-E6305C913825}" srcOrd="5" destOrd="0" presId="urn:microsoft.com/office/officeart/2005/8/layout/vList2"/>
    <dgm:cxn modelId="{14A25F6A-7469-430A-A95B-7EBA757EE2A8}" type="presParOf" srcId="{558E64F8-6517-43FA-9B17-24946BD20FAB}" destId="{B7426F7B-F1A1-4EFF-800C-F8BEA0F2AEA3}" srcOrd="6" destOrd="0" presId="urn:microsoft.com/office/officeart/2005/8/layout/vList2"/>
    <dgm:cxn modelId="{892DF07E-30A3-4856-B372-71BBDAE58F17}" type="presParOf" srcId="{558E64F8-6517-43FA-9B17-24946BD20FAB}" destId="{76563E10-B23A-4C09-A779-D41E3815CB2B}" srcOrd="7" destOrd="0" presId="urn:microsoft.com/office/officeart/2005/8/layout/vList2"/>
    <dgm:cxn modelId="{78D747E0-6F51-4227-BB22-C0E56A724A48}" type="presParOf" srcId="{558E64F8-6517-43FA-9B17-24946BD20FAB}" destId="{EC20899F-705E-497B-9272-CD7EFCBF9747}" srcOrd="8" destOrd="0" presId="urn:microsoft.com/office/officeart/2005/8/layout/vList2"/>
    <dgm:cxn modelId="{531528BC-E4A2-4DD1-8637-165140029F0E}" type="presParOf" srcId="{558E64F8-6517-43FA-9B17-24946BD20FAB}" destId="{C2E6D363-E263-4AC2-96E1-C4B0F2D79F83}" srcOrd="9" destOrd="0" presId="urn:microsoft.com/office/officeart/2005/8/layout/vList2"/>
    <dgm:cxn modelId="{06591FBC-01C8-40A7-9966-0AA69AA17349}" type="presParOf" srcId="{558E64F8-6517-43FA-9B17-24946BD20FAB}" destId="{F79F6B14-8B12-4DF7-B12E-386076850C6E}" srcOrd="10" destOrd="0" presId="urn:microsoft.com/office/officeart/2005/8/layout/vList2"/>
    <dgm:cxn modelId="{3C899B32-3573-4FEC-A6AC-C1C466ADAAA5}" type="presParOf" srcId="{558E64F8-6517-43FA-9B17-24946BD20FAB}" destId="{9B2131EA-116E-4035-9F58-EE84387DCB17}" srcOrd="11" destOrd="0" presId="urn:microsoft.com/office/officeart/2005/8/layout/vList2"/>
    <dgm:cxn modelId="{A342C1A3-83CC-4CBD-AC28-9192600B49AC}" type="presParOf" srcId="{558E64F8-6517-43FA-9B17-24946BD20FAB}" destId="{E510EDA3-1FF1-48D6-BBD9-6522A3AA868C}" srcOrd="12" destOrd="0" presId="urn:microsoft.com/office/officeart/2005/8/layout/vList2"/>
    <dgm:cxn modelId="{0038D389-FDF8-49EC-A0D4-F69B292266E4}" type="presParOf" srcId="{558E64F8-6517-43FA-9B17-24946BD20FAB}" destId="{7CCA9315-AD85-4AA2-A89B-3C3473DB893F}" srcOrd="13" destOrd="0" presId="urn:microsoft.com/office/officeart/2005/8/layout/vList2"/>
    <dgm:cxn modelId="{6B03AC02-C8AF-437E-BBDA-42A1D9EACA76}" type="presParOf" srcId="{558E64F8-6517-43FA-9B17-24946BD20FAB}" destId="{6EC23B86-3388-44C5-ADE6-0E11EAAE0F5C}" srcOrd="14" destOrd="0" presId="urn:microsoft.com/office/officeart/2005/8/layout/vList2"/>
    <dgm:cxn modelId="{38EDB7D3-23DF-4503-B2BB-5C9A3DCB5364}" type="presParOf" srcId="{558E64F8-6517-43FA-9B17-24946BD20FAB}" destId="{D794EB8E-06A8-4ACA-B4DB-A040FCD5312A}" srcOrd="15" destOrd="0" presId="urn:microsoft.com/office/officeart/2005/8/layout/vList2"/>
    <dgm:cxn modelId="{47E4B225-19F1-4FF8-8B8F-E95D85ADC03A}" type="presParOf" srcId="{558E64F8-6517-43FA-9B17-24946BD20FAB}" destId="{4B4E1A8A-1809-4426-8026-934455676359}" srcOrd="1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1EA80-9444-418A-BDA3-97F68508F465}">
      <dsp:nvSpPr>
        <dsp:cNvPr id="0" name=""/>
        <dsp:cNvSpPr/>
      </dsp:nvSpPr>
      <dsp:spPr>
        <a:xfrm>
          <a:off x="0" y="25523"/>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Expense Category	       Estimated Cost (per month)</a:t>
          </a:r>
        </a:p>
      </dsp:txBody>
      <dsp:txXfrm>
        <a:off x="21075" y="46598"/>
        <a:ext cx="5516339" cy="389580"/>
      </dsp:txXfrm>
    </dsp:sp>
    <dsp:sp modelId="{E7A1CA7E-7605-491A-A5D4-66D5520A5E44}">
      <dsp:nvSpPr>
        <dsp:cNvPr id="0" name=""/>
        <dsp:cNvSpPr/>
      </dsp:nvSpPr>
      <dsp:spPr>
        <a:xfrm>
          <a:off x="0" y="509093"/>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Content Creation	                                      $10,000</a:t>
          </a:r>
        </a:p>
      </dsp:txBody>
      <dsp:txXfrm>
        <a:off x="21075" y="530168"/>
        <a:ext cx="5516339" cy="389580"/>
      </dsp:txXfrm>
    </dsp:sp>
    <dsp:sp modelId="{FBA51DDD-9190-4B01-8C8E-76556D46AEB0}">
      <dsp:nvSpPr>
        <dsp:cNvPr id="0" name=""/>
        <dsp:cNvSpPr/>
      </dsp:nvSpPr>
      <dsp:spPr>
        <a:xfrm>
          <a:off x="0" y="992664"/>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Platform Development	                      $15,000</a:t>
          </a:r>
        </a:p>
      </dsp:txBody>
      <dsp:txXfrm>
        <a:off x="21075" y="1013739"/>
        <a:ext cx="5516339" cy="389580"/>
      </dsp:txXfrm>
    </dsp:sp>
    <dsp:sp modelId="{B7426F7B-F1A1-4EFF-800C-F8BEA0F2AEA3}">
      <dsp:nvSpPr>
        <dsp:cNvPr id="0" name=""/>
        <dsp:cNvSpPr/>
      </dsp:nvSpPr>
      <dsp:spPr>
        <a:xfrm>
          <a:off x="0" y="1476233"/>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Marketing and Advertising	       $8,000</a:t>
          </a:r>
        </a:p>
      </dsp:txBody>
      <dsp:txXfrm>
        <a:off x="21075" y="1497308"/>
        <a:ext cx="5516339" cy="389580"/>
      </dsp:txXfrm>
    </dsp:sp>
    <dsp:sp modelId="{EC20899F-705E-497B-9272-CD7EFCBF9747}">
      <dsp:nvSpPr>
        <dsp:cNvPr id="0" name=""/>
        <dsp:cNvSpPr/>
      </dsp:nvSpPr>
      <dsp:spPr>
        <a:xfrm>
          <a:off x="0" y="1959803"/>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Technology Infrastructure	                      $5,000</a:t>
          </a:r>
        </a:p>
      </dsp:txBody>
      <dsp:txXfrm>
        <a:off x="21075" y="1980878"/>
        <a:ext cx="5516339" cy="389580"/>
      </dsp:txXfrm>
    </dsp:sp>
    <dsp:sp modelId="{F79F6B14-8B12-4DF7-B12E-386076850C6E}">
      <dsp:nvSpPr>
        <dsp:cNvPr id="0" name=""/>
        <dsp:cNvSpPr/>
      </dsp:nvSpPr>
      <dsp:spPr>
        <a:xfrm>
          <a:off x="0" y="2443374"/>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Salaries (Team Members)	                      $25,000</a:t>
          </a:r>
        </a:p>
      </dsp:txBody>
      <dsp:txXfrm>
        <a:off x="21075" y="2464449"/>
        <a:ext cx="5516339" cy="389580"/>
      </dsp:txXfrm>
    </dsp:sp>
    <dsp:sp modelId="{E510EDA3-1FF1-48D6-BBD9-6522A3AA868C}">
      <dsp:nvSpPr>
        <dsp:cNvPr id="0" name=""/>
        <dsp:cNvSpPr/>
      </dsp:nvSpPr>
      <dsp:spPr>
        <a:xfrm>
          <a:off x="0" y="2926944"/>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Operational Costs	                      $7,000</a:t>
          </a:r>
        </a:p>
      </dsp:txBody>
      <dsp:txXfrm>
        <a:off x="21075" y="2948019"/>
        <a:ext cx="5516339" cy="389580"/>
      </dsp:txXfrm>
    </dsp:sp>
    <dsp:sp modelId="{6EC23B86-3388-44C5-ADE6-0E11EAAE0F5C}">
      <dsp:nvSpPr>
        <dsp:cNvPr id="0" name=""/>
        <dsp:cNvSpPr/>
      </dsp:nvSpPr>
      <dsp:spPr>
        <a:xfrm>
          <a:off x="0" y="3410514"/>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Miscellaneous Expenses	                      $3,000</a:t>
          </a:r>
        </a:p>
      </dsp:txBody>
      <dsp:txXfrm>
        <a:off x="21075" y="3431589"/>
        <a:ext cx="5516339" cy="389580"/>
      </dsp:txXfrm>
    </dsp:sp>
    <dsp:sp modelId="{4B4E1A8A-1809-4426-8026-934455676359}">
      <dsp:nvSpPr>
        <dsp:cNvPr id="0" name=""/>
        <dsp:cNvSpPr/>
      </dsp:nvSpPr>
      <dsp:spPr>
        <a:xfrm>
          <a:off x="0" y="3894084"/>
          <a:ext cx="555848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CA" sz="1800" kern="1200" dirty="0"/>
            <a:t>Total	                                                    $73,000</a:t>
          </a:r>
        </a:p>
      </dsp:txBody>
      <dsp:txXfrm>
        <a:off x="21075" y="3915159"/>
        <a:ext cx="5516339" cy="3895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8T19:21:08.395"/>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8T19:21:09.642"/>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8T19:21:10.850"/>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07C68-0D03-487B-BF22-5099833E035B}" type="datetimeFigureOut">
              <a:rPr lang="en-CA" smtClean="0"/>
              <a:t>2024-06-15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F022EB-92A8-4629-A403-FCA261392A85}" type="slidenum">
              <a:rPr lang="en-CA" smtClean="0"/>
              <a:t>‹#›</a:t>
            </a:fld>
            <a:endParaRPr lang="en-CA"/>
          </a:p>
        </p:txBody>
      </p:sp>
    </p:spTree>
    <p:extLst>
      <p:ext uri="{BB962C8B-B14F-4D97-AF65-F5344CB8AC3E}">
        <p14:creationId xmlns:p14="http://schemas.microsoft.com/office/powerpoint/2010/main" val="405174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1DF022EB-92A8-4629-A403-FCA261392A85}" type="slidenum">
              <a:rPr lang="en-CA" smtClean="0"/>
              <a:t>7</a:t>
            </a:fld>
            <a:endParaRPr lang="en-CA"/>
          </a:p>
        </p:txBody>
      </p:sp>
    </p:spTree>
    <p:extLst>
      <p:ext uri="{BB962C8B-B14F-4D97-AF65-F5344CB8AC3E}">
        <p14:creationId xmlns:p14="http://schemas.microsoft.com/office/powerpoint/2010/main" val="1027155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628D96-7947-48EB-AE1C-547A783B496B}" type="datetimeFigureOut">
              <a:rPr lang="en-CA" smtClean="0"/>
              <a:t>2024-06-15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1099505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628D96-7947-48EB-AE1C-547A783B496B}" type="datetimeFigureOut">
              <a:rPr lang="en-CA" smtClean="0"/>
              <a:t>2024-06-15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1349040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628D96-7947-48EB-AE1C-547A783B496B}" type="datetimeFigureOut">
              <a:rPr lang="en-CA" smtClean="0"/>
              <a:t>2024-06-15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1619280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628D96-7947-48EB-AE1C-547A783B496B}" type="datetimeFigureOut">
              <a:rPr lang="en-CA" smtClean="0"/>
              <a:t>2024-06-15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3748243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628D96-7947-48EB-AE1C-547A783B496B}" type="datetimeFigureOut">
              <a:rPr lang="en-CA" smtClean="0"/>
              <a:t>2024-06-15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1760870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628D96-7947-48EB-AE1C-547A783B496B}" type="datetimeFigureOut">
              <a:rPr lang="en-CA" smtClean="0"/>
              <a:t>2024-06-15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3256779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628D96-7947-48EB-AE1C-547A783B496B}" type="datetimeFigureOut">
              <a:rPr lang="en-CA" smtClean="0"/>
              <a:t>2024-06-15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4104325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28D96-7947-48EB-AE1C-547A783B496B}" type="datetimeFigureOut">
              <a:rPr lang="en-CA" smtClean="0"/>
              <a:t>2024-06-15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4291528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28D96-7947-48EB-AE1C-547A783B496B}" type="datetimeFigureOut">
              <a:rPr lang="en-CA" smtClean="0"/>
              <a:t>2024-06-15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550325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628D96-7947-48EB-AE1C-547A783B496B}" type="datetimeFigureOut">
              <a:rPr lang="en-CA" smtClean="0"/>
              <a:t>2024-06-15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1063235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628D96-7947-48EB-AE1C-547A783B496B}" type="datetimeFigureOut">
              <a:rPr lang="en-CA" smtClean="0"/>
              <a:t>2024-06-15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B983528-5531-4A89-9A7A-4D834BC6E69C}" type="slidenum">
              <a:rPr lang="en-CA" smtClean="0"/>
              <a:t>‹#›</a:t>
            </a:fld>
            <a:endParaRPr lang="en-CA"/>
          </a:p>
        </p:txBody>
      </p:sp>
    </p:spTree>
    <p:extLst>
      <p:ext uri="{BB962C8B-B14F-4D97-AF65-F5344CB8AC3E}">
        <p14:creationId xmlns:p14="http://schemas.microsoft.com/office/powerpoint/2010/main" val="4242091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628D96-7947-48EB-AE1C-547A783B496B}" type="datetimeFigureOut">
              <a:rPr lang="en-CA" smtClean="0"/>
              <a:t>2024-06-15</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983528-5531-4A89-9A7A-4D834BC6E69C}" type="slidenum">
              <a:rPr lang="en-CA" smtClean="0"/>
              <a:t>‹#›</a:t>
            </a:fld>
            <a:endParaRPr lang="en-CA"/>
          </a:p>
        </p:txBody>
      </p:sp>
    </p:spTree>
    <p:extLst>
      <p:ext uri="{BB962C8B-B14F-4D97-AF65-F5344CB8AC3E}">
        <p14:creationId xmlns:p14="http://schemas.microsoft.com/office/powerpoint/2010/main" val="4822594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4.xml"/><Relationship Id="rId6" Type="http://schemas.openxmlformats.org/officeDocument/2006/relationships/customXml" Target="../ink/ink3.xml"/><Relationship Id="rId5" Type="http://schemas.openxmlformats.org/officeDocument/2006/relationships/image" Target="../media/image3.png"/><Relationship Id="rId4" Type="http://schemas.openxmlformats.org/officeDocument/2006/relationships/customXml" Target="../ink/ink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E13363-329E-AED7-6496-B3FDDEC247B1}"/>
              </a:ext>
            </a:extLst>
          </p:cNvPr>
          <p:cNvSpPr>
            <a:spLocks noGrp="1"/>
          </p:cNvSpPr>
          <p:nvPr>
            <p:ph type="ctrTitle"/>
          </p:nvPr>
        </p:nvSpPr>
        <p:spPr>
          <a:xfrm>
            <a:off x="686834" y="1153572"/>
            <a:ext cx="3200400" cy="4461163"/>
          </a:xfrm>
        </p:spPr>
        <p:txBody>
          <a:bodyPr vert="horz" lIns="91440" tIns="45720" rIns="91440" bIns="45720" rtlCol="0" anchor="ctr">
            <a:normAutofit/>
          </a:bodyPr>
          <a:lstStyle/>
          <a:p>
            <a:pPr algn="l"/>
            <a:r>
              <a:rPr lang="en-US" sz="4400" kern="1200">
                <a:solidFill>
                  <a:srgbClr val="FFFFFF"/>
                </a:solidFill>
                <a:latin typeface="+mj-lt"/>
                <a:ea typeface="+mj-ea"/>
                <a:cs typeface="+mj-cs"/>
              </a:rPr>
              <a:t>Group Number </a:t>
            </a:r>
            <a:endParaRPr lang="en-US" sz="4400" kern="1200" dirty="0">
              <a:solidFill>
                <a:srgbClr val="FFFFFF"/>
              </a:solidFill>
              <a:latin typeface="+mj-lt"/>
              <a:ea typeface="+mj-ea"/>
              <a:cs typeface="+mj-cs"/>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ubtitle 2">
            <a:extLst>
              <a:ext uri="{FF2B5EF4-FFF2-40B4-BE49-F238E27FC236}">
                <a16:creationId xmlns:a16="http://schemas.microsoft.com/office/drawing/2014/main" id="{26FEDF30-143B-CCC2-8938-C34DD262D7B6}"/>
              </a:ext>
            </a:extLst>
          </p:cNvPr>
          <p:cNvSpPr>
            <a:spLocks noGrp="1"/>
          </p:cNvSpPr>
          <p:nvPr>
            <p:ph type="subTitle" idx="1"/>
          </p:nvPr>
        </p:nvSpPr>
        <p:spPr>
          <a:xfrm>
            <a:off x="4447308" y="591344"/>
            <a:ext cx="6906491" cy="5585619"/>
          </a:xfrm>
        </p:spPr>
        <p:txBody>
          <a:bodyPr vert="horz" lIns="91440" tIns="45720" rIns="91440" bIns="45720" rtlCol="0" anchor="ctr">
            <a:normAutofit/>
          </a:bodyPr>
          <a:lstStyle/>
          <a:p>
            <a:pPr algn="l"/>
            <a:r>
              <a:rPr lang="en-US" dirty="0"/>
              <a:t>Sneha Raval (Leader)</a:t>
            </a:r>
          </a:p>
          <a:p>
            <a:pPr indent="-228600" algn="l">
              <a:buFont typeface="Arial" panose="020B0604020202020204" pitchFamily="34" charset="0"/>
              <a:buChar char="•"/>
            </a:pPr>
            <a:endParaRPr lang="en-US" dirty="0"/>
          </a:p>
          <a:p>
            <a:pPr algn="l"/>
            <a:r>
              <a:rPr lang="en-US" sz="5000" b="1" dirty="0" err="1">
                <a:effectLst/>
              </a:rPr>
              <a:t>MindFluel</a:t>
            </a:r>
            <a:endParaRPr lang="en-US" sz="5000" b="1" dirty="0">
              <a:effectLst/>
            </a:endParaRPr>
          </a:p>
          <a:p>
            <a:pPr indent="-228600" algn="l">
              <a:buFont typeface="Arial" panose="020B0604020202020204" pitchFamily="34" charset="0"/>
              <a:buChar char="•"/>
            </a:pPr>
            <a:endParaRPr lang="en-US" dirty="0"/>
          </a:p>
        </p:txBody>
      </p:sp>
    </p:spTree>
    <p:extLst>
      <p:ext uri="{BB962C8B-B14F-4D97-AF65-F5344CB8AC3E}">
        <p14:creationId xmlns:p14="http://schemas.microsoft.com/office/powerpoint/2010/main" val="2721908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DC4CF7-9CAE-AEC7-3776-EF700CB76C7F}"/>
              </a:ext>
            </a:extLst>
          </p:cNvPr>
          <p:cNvSpPr>
            <a:spLocks noGrp="1"/>
          </p:cNvSpPr>
          <p:nvPr>
            <p:ph type="title"/>
          </p:nvPr>
        </p:nvSpPr>
        <p:spPr>
          <a:xfrm>
            <a:off x="1449659" y="1045754"/>
            <a:ext cx="3937298" cy="4166010"/>
          </a:xfrm>
        </p:spPr>
        <p:txBody>
          <a:bodyPr>
            <a:normAutofit/>
          </a:bodyPr>
          <a:lstStyle/>
          <a:p>
            <a:r>
              <a:rPr lang="en-CA" b="1" kern="1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MindFluel</a:t>
            </a:r>
            <a:endParaRPr lang="en-CA" dirty="0">
              <a:solidFill>
                <a:srgbClr val="FFFFFF"/>
              </a:solidFill>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6836168-166B-5964-E254-77023E5F80B3}"/>
              </a:ext>
            </a:extLst>
          </p:cNvPr>
          <p:cNvSpPr>
            <a:spLocks noGrp="1"/>
          </p:cNvSpPr>
          <p:nvPr>
            <p:ph idx="1"/>
          </p:nvPr>
        </p:nvSpPr>
        <p:spPr>
          <a:xfrm>
            <a:off x="6096000" y="820880"/>
            <a:ext cx="5505974" cy="4889350"/>
          </a:xfrm>
        </p:spPr>
        <p:txBody>
          <a:bodyPr anchor="t">
            <a:normAutofit/>
          </a:bodyPr>
          <a:lstStyle/>
          <a:p>
            <a:pPr marL="0" indent="0">
              <a:buNone/>
            </a:pPr>
            <a:r>
              <a:rPr lang="en-US" dirty="0" err="1"/>
              <a:t>MindFluel</a:t>
            </a:r>
            <a:r>
              <a:rPr lang="en-US" dirty="0"/>
              <a:t> is a revolutionary micro-learning platform designed to meet the needs of today's busy professionals and lifelong learners. Micro-learning involves delivering short, focused bursts of educational content that can be consumed quickly and easily, making it ideal for individuals with hectic schedules who still want to expand their knowledge and skills.</a:t>
            </a:r>
            <a:endParaRPr lang="en-CA"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14895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ellphone with a graphic design on the screen&#10;&#10;Description automatically generated">
            <a:extLst>
              <a:ext uri="{FF2B5EF4-FFF2-40B4-BE49-F238E27FC236}">
                <a16:creationId xmlns:a16="http://schemas.microsoft.com/office/drawing/2014/main" id="{531C2370-BF5A-87E0-D000-52BBD0E4B2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2023" y="251439"/>
            <a:ext cx="5950265" cy="59502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0117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1471B-4FE7-1CB8-16D8-E39C842E2279}"/>
              </a:ext>
            </a:extLst>
          </p:cNvPr>
          <p:cNvSpPr>
            <a:spLocks noGrp="1"/>
          </p:cNvSpPr>
          <p:nvPr>
            <p:ph type="title"/>
          </p:nvPr>
        </p:nvSpPr>
        <p:spPr>
          <a:xfrm>
            <a:off x="1901162" y="3050434"/>
            <a:ext cx="3722933" cy="757130"/>
          </a:xfrm>
          <a:ln w="25400" cap="sq">
            <a:solidFill>
              <a:srgbClr val="FFFFFF"/>
            </a:solidFill>
            <a:miter lim="800000"/>
          </a:ln>
        </p:spPr>
        <p:txBody>
          <a:bodyPr wrap="square">
            <a:normAutofit/>
          </a:bodyPr>
          <a:lstStyle/>
          <a:p>
            <a:pPr algn="ctr"/>
            <a:r>
              <a:rPr lang="en-CA" sz="2400" dirty="0">
                <a:solidFill>
                  <a:srgbClr val="FFFFFF"/>
                </a:solidFill>
              </a:rPr>
              <a:t>Business Model</a:t>
            </a:r>
          </a:p>
        </p:txBody>
      </p:sp>
      <p:sp>
        <p:nvSpPr>
          <p:cNvPr id="18" name="Rectangle 17">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49F9759-DCF5-F476-535B-BF545E88FB5B}"/>
              </a:ext>
            </a:extLst>
          </p:cNvPr>
          <p:cNvSpPr>
            <a:spLocks noGrp="1"/>
          </p:cNvSpPr>
          <p:nvPr>
            <p:ph sz="half" idx="1"/>
          </p:nvPr>
        </p:nvSpPr>
        <p:spPr>
          <a:xfrm>
            <a:off x="6574536" y="640080"/>
            <a:ext cx="5053066" cy="2546604"/>
          </a:xfrm>
        </p:spPr>
        <p:txBody>
          <a:bodyPr>
            <a:normAutofit/>
          </a:bodyPr>
          <a:lstStyle/>
          <a:p>
            <a:pPr>
              <a:buFont typeface="Wingdings" panose="05000000000000000000" pitchFamily="2" charset="2"/>
              <a:buChar char="Ø"/>
            </a:pPr>
            <a:r>
              <a:rPr lang="en-US" sz="1100" b="1" dirty="0"/>
              <a:t>Key Partnerships</a:t>
            </a:r>
            <a:r>
              <a:rPr lang="en-US" sz="1100" dirty="0"/>
              <a:t>:</a:t>
            </a:r>
          </a:p>
          <a:p>
            <a:pPr>
              <a:buFont typeface="Arial" panose="020B0604020202020204" pitchFamily="34" charset="0"/>
              <a:buChar char="•"/>
            </a:pPr>
            <a:r>
              <a:rPr lang="en-US" sz="1100" dirty="0"/>
              <a:t>Content creators (experts in various fields)</a:t>
            </a:r>
          </a:p>
          <a:p>
            <a:pPr>
              <a:buFont typeface="Arial" panose="020B0604020202020204" pitchFamily="34" charset="0"/>
              <a:buChar char="•"/>
            </a:pPr>
            <a:r>
              <a:rPr lang="en-US" sz="1100" dirty="0"/>
              <a:t>Technology partners (for platform development and maintenance)</a:t>
            </a:r>
          </a:p>
          <a:p>
            <a:pPr>
              <a:buFont typeface="Arial" panose="020B0604020202020204" pitchFamily="34" charset="0"/>
              <a:buChar char="•"/>
            </a:pPr>
            <a:r>
              <a:rPr lang="en-US" sz="1100" dirty="0"/>
              <a:t>Marketing and advertising partners (to reach the target audience)</a:t>
            </a:r>
          </a:p>
          <a:p>
            <a:pPr>
              <a:buFont typeface="Wingdings" panose="05000000000000000000" pitchFamily="2" charset="2"/>
              <a:buChar char="Ø"/>
            </a:pPr>
            <a:r>
              <a:rPr lang="en-US" sz="1100" b="1" dirty="0"/>
              <a:t>Key Activities</a:t>
            </a:r>
            <a:r>
              <a:rPr lang="en-US" sz="1100" dirty="0"/>
              <a:t>:</a:t>
            </a:r>
          </a:p>
          <a:p>
            <a:pPr>
              <a:buFont typeface="Arial" panose="020B0604020202020204" pitchFamily="34" charset="0"/>
              <a:buChar char="•"/>
            </a:pPr>
            <a:r>
              <a:rPr lang="en-US" sz="1100" dirty="0"/>
              <a:t>Content curation and creation</a:t>
            </a:r>
          </a:p>
          <a:p>
            <a:pPr>
              <a:buFont typeface="Arial" panose="020B0604020202020204" pitchFamily="34" charset="0"/>
              <a:buChar char="•"/>
            </a:pPr>
            <a:r>
              <a:rPr lang="en-US" sz="1100" dirty="0"/>
              <a:t>Platform development and maintenance</a:t>
            </a:r>
          </a:p>
          <a:p>
            <a:pPr>
              <a:buFont typeface="Arial" panose="020B0604020202020204" pitchFamily="34" charset="0"/>
              <a:buChar char="•"/>
            </a:pPr>
            <a:r>
              <a:rPr lang="en-US" sz="1100" dirty="0"/>
              <a:t>Marketing and promotion</a:t>
            </a:r>
          </a:p>
          <a:p>
            <a:pPr>
              <a:buFont typeface="Arial" panose="020B0604020202020204" pitchFamily="34" charset="0"/>
              <a:buChar char="•"/>
            </a:pPr>
            <a:r>
              <a:rPr lang="en-US" sz="1100" dirty="0"/>
              <a:t>User engagement and support</a:t>
            </a:r>
          </a:p>
          <a:p>
            <a:endParaRPr lang="en-CA" sz="1100" dirty="0"/>
          </a:p>
        </p:txBody>
      </p:sp>
      <p:sp>
        <p:nvSpPr>
          <p:cNvPr id="9" name="Content Placeholder 8">
            <a:extLst>
              <a:ext uri="{FF2B5EF4-FFF2-40B4-BE49-F238E27FC236}">
                <a16:creationId xmlns:a16="http://schemas.microsoft.com/office/drawing/2014/main" id="{54F10A10-890D-5493-BBC7-E24EE6710F34}"/>
              </a:ext>
            </a:extLst>
          </p:cNvPr>
          <p:cNvSpPr>
            <a:spLocks noGrp="1"/>
          </p:cNvSpPr>
          <p:nvPr>
            <p:ph sz="half" idx="2"/>
          </p:nvPr>
        </p:nvSpPr>
        <p:spPr>
          <a:xfrm>
            <a:off x="6570204" y="3671315"/>
            <a:ext cx="5057398" cy="2546605"/>
          </a:xfrm>
        </p:spPr>
        <p:txBody>
          <a:bodyPr>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sz="1100" b="1" i="0" u="none" strike="noStrike" cap="none" normalizeH="0" baseline="0" dirty="0">
                <a:ln>
                  <a:noFill/>
                </a:ln>
                <a:effectLst/>
              </a:rPr>
              <a:t>Key Resources</a:t>
            </a:r>
            <a:r>
              <a:rPr kumimoji="0" lang="en-US" altLang="en-US" sz="1100" b="0" i="0" u="none" strike="noStrike" cap="none" normalizeH="0" baseline="0" dirty="0">
                <a:ln>
                  <a:noFill/>
                </a:ln>
                <a:effectLst/>
              </a:rPr>
              <a:t>:</a:t>
            </a:r>
          </a:p>
          <a:p>
            <a:pPr marL="0" marR="0" lvl="0" indent="0" defTabSz="914400" rtl="0" eaLnBrk="0" fontAlgn="base" latinLnBrk="0" hangingPunct="0">
              <a:spcBef>
                <a:spcPct val="0"/>
              </a:spcBef>
              <a:spcAft>
                <a:spcPts val="600"/>
              </a:spcAft>
              <a:buClrTx/>
              <a:buSzTx/>
              <a:buFontTx/>
              <a:buChar char="•"/>
              <a:tabLst/>
            </a:pPr>
            <a:r>
              <a:rPr kumimoji="0" lang="en-US" altLang="en-US" sz="1100" b="0" i="0" u="none" strike="noStrike" cap="none" normalizeH="0" baseline="0" dirty="0">
                <a:ln>
                  <a:noFill/>
                </a:ln>
                <a:effectLst/>
              </a:rPr>
              <a:t>Content library</a:t>
            </a:r>
          </a:p>
          <a:p>
            <a:pPr marL="0" marR="0" lvl="0" indent="0" defTabSz="914400" rtl="0" eaLnBrk="0" fontAlgn="base" latinLnBrk="0" hangingPunct="0">
              <a:spcBef>
                <a:spcPct val="0"/>
              </a:spcBef>
              <a:spcAft>
                <a:spcPts val="600"/>
              </a:spcAft>
              <a:buClrTx/>
              <a:buSzTx/>
              <a:buFontTx/>
              <a:buChar char="•"/>
              <a:tabLst/>
            </a:pPr>
            <a:r>
              <a:rPr kumimoji="0" lang="en-US" altLang="en-US" sz="1100" b="0" i="0" u="none" strike="noStrike" cap="none" normalizeH="0" baseline="0" dirty="0">
                <a:ln>
                  <a:noFill/>
                </a:ln>
                <a:effectLst/>
              </a:rPr>
              <a:t>Technology infrastructure</a:t>
            </a:r>
          </a:p>
          <a:p>
            <a:pPr marL="0" marR="0" lvl="0" indent="0" defTabSz="914400" rtl="0" eaLnBrk="0" fontAlgn="base" latinLnBrk="0" hangingPunct="0">
              <a:spcBef>
                <a:spcPct val="0"/>
              </a:spcBef>
              <a:spcAft>
                <a:spcPts val="600"/>
              </a:spcAft>
              <a:buClrTx/>
              <a:buSzTx/>
              <a:buFontTx/>
              <a:buChar char="•"/>
              <a:tabLst/>
            </a:pPr>
            <a:r>
              <a:rPr kumimoji="0" lang="en-US" altLang="en-US" sz="1100" b="0" i="0" u="none" strike="noStrike" cap="none" normalizeH="0" baseline="0" dirty="0">
                <a:ln>
                  <a:noFill/>
                </a:ln>
                <a:effectLst/>
              </a:rPr>
              <a:t>Team of experts (content creators, developers, marketers)</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sz="1100" b="1" i="0" u="none" strike="noStrike" cap="none" normalizeH="0" baseline="0" dirty="0">
                <a:ln>
                  <a:noFill/>
                </a:ln>
                <a:effectLst/>
              </a:rPr>
              <a:t>Value Proposition</a:t>
            </a:r>
            <a:r>
              <a:rPr kumimoji="0" lang="en-US" altLang="en-US" sz="1100" b="0" i="0" u="none" strike="noStrike" cap="none" normalizeH="0" baseline="0" dirty="0">
                <a:ln>
                  <a:noFill/>
                </a:ln>
                <a:effectLst/>
              </a:rPr>
              <a:t>:</a:t>
            </a:r>
          </a:p>
          <a:p>
            <a:pPr marL="0" marR="0" lvl="0" indent="0" defTabSz="914400" rtl="0" eaLnBrk="0" fontAlgn="base" latinLnBrk="0" hangingPunct="0">
              <a:spcBef>
                <a:spcPct val="0"/>
              </a:spcBef>
              <a:spcAft>
                <a:spcPts val="600"/>
              </a:spcAft>
              <a:buClrTx/>
              <a:buSzTx/>
              <a:buFontTx/>
              <a:buChar char="•"/>
              <a:tabLst/>
            </a:pPr>
            <a:r>
              <a:rPr kumimoji="0" lang="en-US" altLang="en-US" sz="1100" b="0" i="0" u="none" strike="noStrike" cap="none" normalizeH="0" baseline="0" dirty="0">
                <a:ln>
                  <a:noFill/>
                </a:ln>
                <a:effectLst/>
              </a:rPr>
              <a:t>Bite-sized lessons and interactive challenges</a:t>
            </a:r>
          </a:p>
          <a:p>
            <a:pPr marL="0" marR="0" lvl="0" indent="0" defTabSz="914400" rtl="0" eaLnBrk="0" fontAlgn="base" latinLnBrk="0" hangingPunct="0">
              <a:spcBef>
                <a:spcPct val="0"/>
              </a:spcBef>
              <a:spcAft>
                <a:spcPts val="600"/>
              </a:spcAft>
              <a:buClrTx/>
              <a:buSzTx/>
              <a:buFontTx/>
              <a:buChar char="•"/>
              <a:tabLst/>
            </a:pPr>
            <a:r>
              <a:rPr kumimoji="0" lang="en-US" altLang="en-US" sz="1100" b="0" i="0" u="none" strike="noStrike" cap="none" normalizeH="0" baseline="0" dirty="0">
                <a:ln>
                  <a:noFill/>
                </a:ln>
                <a:effectLst/>
              </a:rPr>
              <a:t>Curated content across diverse topics</a:t>
            </a:r>
          </a:p>
          <a:p>
            <a:pPr marL="0" marR="0" lvl="0" indent="0" defTabSz="914400" rtl="0" eaLnBrk="0" fontAlgn="base" latinLnBrk="0" hangingPunct="0">
              <a:spcBef>
                <a:spcPct val="0"/>
              </a:spcBef>
              <a:spcAft>
                <a:spcPts val="600"/>
              </a:spcAft>
              <a:buClrTx/>
              <a:buSzTx/>
              <a:buFontTx/>
              <a:buChar char="•"/>
              <a:tabLst/>
            </a:pPr>
            <a:r>
              <a:rPr kumimoji="0" lang="en-US" altLang="en-US" sz="1100" b="0" i="0" u="none" strike="noStrike" cap="none" normalizeH="0" baseline="0" dirty="0">
                <a:ln>
                  <a:noFill/>
                </a:ln>
                <a:effectLst/>
              </a:rPr>
              <a:t>Platform for lifelong learning and personal development</a:t>
            </a:r>
          </a:p>
          <a:p>
            <a:pPr marL="0" marR="0" lvl="0" indent="0" defTabSz="914400" rtl="0" eaLnBrk="0" fontAlgn="base" latinLnBrk="0" hangingPunct="0">
              <a:spcBef>
                <a:spcPct val="0"/>
              </a:spcBef>
              <a:spcAft>
                <a:spcPts val="600"/>
              </a:spcAft>
              <a:buClrTx/>
              <a:buSzTx/>
              <a:buFontTx/>
              <a:buNone/>
              <a:tabLst/>
            </a:pPr>
            <a:endParaRPr kumimoji="0" lang="en-US" altLang="en-US" sz="1100" b="0" i="0" u="none" strike="noStrike" cap="none" normalizeH="0" baseline="0" dirty="0">
              <a:ln>
                <a:noFill/>
              </a:ln>
              <a:effectLst/>
            </a:endParaRPr>
          </a:p>
          <a:p>
            <a:endParaRPr lang="en-CA" sz="1100"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3" name="Ink 12">
                <a:extLst>
                  <a:ext uri="{FF2B5EF4-FFF2-40B4-BE49-F238E27FC236}">
                    <a16:creationId xmlns:a16="http://schemas.microsoft.com/office/drawing/2014/main" id="{5917700F-8AB1-C57F-BAA1-C7A8CC86F25A}"/>
                  </a:ext>
                </a:extLst>
              </p14:cNvPr>
              <p14:cNvContentPartPr/>
              <p14:nvPr/>
            </p14:nvContentPartPr>
            <p14:xfrm>
              <a:off x="2393142" y="3492191"/>
              <a:ext cx="360" cy="360"/>
            </p14:xfrm>
          </p:contentPart>
        </mc:Choice>
        <mc:Fallback xmlns="">
          <p:pic>
            <p:nvPicPr>
              <p:cNvPr id="13" name="Ink 12">
                <a:extLst>
                  <a:ext uri="{FF2B5EF4-FFF2-40B4-BE49-F238E27FC236}">
                    <a16:creationId xmlns:a16="http://schemas.microsoft.com/office/drawing/2014/main" id="{5917700F-8AB1-C57F-BAA1-C7A8CC86F25A}"/>
                  </a:ext>
                </a:extLst>
              </p:cNvPr>
              <p:cNvPicPr/>
              <p:nvPr/>
            </p:nvPicPr>
            <p:blipFill>
              <a:blip r:embed="rId3"/>
              <a:stretch>
                <a:fillRect/>
              </a:stretch>
            </p:blipFill>
            <p:spPr>
              <a:xfrm>
                <a:off x="2384142" y="3438551"/>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17" name="Ink 16">
                <a:extLst>
                  <a:ext uri="{FF2B5EF4-FFF2-40B4-BE49-F238E27FC236}">
                    <a16:creationId xmlns:a16="http://schemas.microsoft.com/office/drawing/2014/main" id="{26CD61BA-CEAE-F13C-E1A3-EF6CB56574B9}"/>
                  </a:ext>
                </a:extLst>
              </p14:cNvPr>
              <p14:cNvContentPartPr/>
              <p14:nvPr/>
            </p14:nvContentPartPr>
            <p14:xfrm>
              <a:off x="4250742" y="3122111"/>
              <a:ext cx="360" cy="360"/>
            </p14:xfrm>
          </p:contentPart>
        </mc:Choice>
        <mc:Fallback xmlns="">
          <p:pic>
            <p:nvPicPr>
              <p:cNvPr id="17" name="Ink 16">
                <a:extLst>
                  <a:ext uri="{FF2B5EF4-FFF2-40B4-BE49-F238E27FC236}">
                    <a16:creationId xmlns:a16="http://schemas.microsoft.com/office/drawing/2014/main" id="{26CD61BA-CEAE-F13C-E1A3-EF6CB56574B9}"/>
                  </a:ext>
                </a:extLst>
              </p:cNvPr>
              <p:cNvPicPr/>
              <p:nvPr/>
            </p:nvPicPr>
            <p:blipFill>
              <a:blip r:embed="rId5"/>
              <a:stretch>
                <a:fillRect/>
              </a:stretch>
            </p:blipFill>
            <p:spPr>
              <a:xfrm>
                <a:off x="4241742" y="3068471"/>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9" name="Ink 18">
                <a:extLst>
                  <a:ext uri="{FF2B5EF4-FFF2-40B4-BE49-F238E27FC236}">
                    <a16:creationId xmlns:a16="http://schemas.microsoft.com/office/drawing/2014/main" id="{61DE42F4-19F8-1B68-3382-EE52E1990C82}"/>
                  </a:ext>
                </a:extLst>
              </p14:cNvPr>
              <p14:cNvContentPartPr/>
              <p14:nvPr/>
            </p14:nvContentPartPr>
            <p14:xfrm>
              <a:off x="5301222" y="2830511"/>
              <a:ext cx="360" cy="360"/>
            </p14:xfrm>
          </p:contentPart>
        </mc:Choice>
        <mc:Fallback xmlns="">
          <p:pic>
            <p:nvPicPr>
              <p:cNvPr id="19" name="Ink 18">
                <a:extLst>
                  <a:ext uri="{FF2B5EF4-FFF2-40B4-BE49-F238E27FC236}">
                    <a16:creationId xmlns:a16="http://schemas.microsoft.com/office/drawing/2014/main" id="{61DE42F4-19F8-1B68-3382-EE52E1990C82}"/>
                  </a:ext>
                </a:extLst>
              </p:cNvPr>
              <p:cNvPicPr/>
              <p:nvPr/>
            </p:nvPicPr>
            <p:blipFill>
              <a:blip r:embed="rId7"/>
              <a:stretch>
                <a:fillRect/>
              </a:stretch>
            </p:blipFill>
            <p:spPr>
              <a:xfrm>
                <a:off x="5292582" y="2776511"/>
                <a:ext cx="18000" cy="108000"/>
              </a:xfrm>
              <a:prstGeom prst="rect">
                <a:avLst/>
              </a:prstGeom>
            </p:spPr>
          </p:pic>
        </mc:Fallback>
      </mc:AlternateContent>
    </p:spTree>
    <p:extLst>
      <p:ext uri="{BB962C8B-B14F-4D97-AF65-F5344CB8AC3E}">
        <p14:creationId xmlns:p14="http://schemas.microsoft.com/office/powerpoint/2010/main" val="613127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6">
            <a:extLst>
              <a:ext uri="{FF2B5EF4-FFF2-40B4-BE49-F238E27FC236}">
                <a16:creationId xmlns:a16="http://schemas.microsoft.com/office/drawing/2014/main" id="{EFFC23AB-B10D-0E72-50EC-B95EA4C2507C}"/>
              </a:ext>
            </a:extLst>
          </p:cNvPr>
          <p:cNvSpPr>
            <a:spLocks noGrp="1" noChangeArrowheads="1"/>
          </p:cNvSpPr>
          <p:nvPr>
            <p:ph sz="half" idx="1"/>
          </p:nvPr>
        </p:nvSpPr>
        <p:spPr bwMode="auto">
          <a:xfrm>
            <a:off x="5198993" y="1412489"/>
            <a:ext cx="2926080" cy="436384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Customer Segments</a:t>
            </a:r>
            <a:r>
              <a:rPr kumimoji="0" lang="en-US" altLang="en-US" sz="1700" b="0" i="0" u="none" strike="noStrike" cap="none" normalizeH="0" baseline="0">
                <a:ln>
                  <a:noFill/>
                </a:ln>
                <a:effectLst/>
              </a:rPr>
              <a:t>:</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rPr>
              <a:t>Lifelong learners</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rPr>
              <a:t>Professionals seeking continuous learning and skill development</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rPr>
              <a:t>Students looking for supplementary educational resources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Channels</a:t>
            </a:r>
            <a:r>
              <a:rPr kumimoji="0" lang="en-US" altLang="en-US" sz="1700" b="0" i="0" u="none" strike="noStrike" cap="none" normalizeH="0" baseline="0">
                <a:ln>
                  <a:noFill/>
                </a:ln>
                <a:effectLst/>
              </a:rPr>
              <a:t>:</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rPr>
              <a:t>Online marketing channels (social media, content marketing)</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rPr>
              <a:t>Partnerships with educational institutions and organizations</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rPr>
              <a:t>Word of mouth/referrals</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endParaRPr>
          </a:p>
        </p:txBody>
      </p:sp>
      <p:sp>
        <p:nvSpPr>
          <p:cNvPr id="19" name="Rectangle 7">
            <a:extLst>
              <a:ext uri="{FF2B5EF4-FFF2-40B4-BE49-F238E27FC236}">
                <a16:creationId xmlns:a16="http://schemas.microsoft.com/office/drawing/2014/main" id="{1451347F-BA3B-0D07-EED8-E6473403FA5F}"/>
              </a:ext>
            </a:extLst>
          </p:cNvPr>
          <p:cNvSpPr>
            <a:spLocks noGrp="1" noChangeArrowheads="1"/>
          </p:cNvSpPr>
          <p:nvPr>
            <p:ph sz="half" idx="2"/>
          </p:nvPr>
        </p:nvSpPr>
        <p:spPr bwMode="auto">
          <a:xfrm>
            <a:off x="8451604" y="1412489"/>
            <a:ext cx="2926080" cy="436384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rPr>
              <a:t>Customer Relationships</a:t>
            </a:r>
            <a:r>
              <a:rPr kumimoji="0" lang="en-US" altLang="en-US" sz="1300" b="0" i="0" u="none" strike="noStrike" cap="none" normalizeH="0" baseline="0">
                <a:ln>
                  <a:noFill/>
                </a:ln>
                <a:effectLst/>
              </a:rPr>
              <a:t>:</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Personalized learning experience</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Community engagement through forums and discussion boards</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Prompt customer support</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rPr>
              <a:t>Revenue Streams</a:t>
            </a:r>
            <a:r>
              <a:rPr kumimoji="0" lang="en-US" altLang="en-US" sz="1300" b="0" i="0" u="none" strike="noStrike" cap="none" normalizeH="0" baseline="0">
                <a:ln>
                  <a:noFill/>
                </a:ln>
                <a:effectLst/>
              </a:rPr>
              <a:t>:</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Subscription model for premium content and features</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Advertising and sponsorships</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Affiliate marketing for recommended resources</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rPr>
              <a:t>Cost Structure</a:t>
            </a:r>
            <a:r>
              <a:rPr kumimoji="0" lang="en-US" altLang="en-US" sz="1300" b="0" i="0" u="none" strike="noStrike" cap="none" normalizeH="0" baseline="0">
                <a:ln>
                  <a:noFill/>
                </a:ln>
                <a:effectLst/>
              </a:rPr>
              <a:t>:</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Content creation and licensing fees</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Technology development and maintenance</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Marketing and advertising expenses</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rPr>
              <a:t>Operational costs (salaries, utilities, etc.)</a:t>
            </a:r>
          </a:p>
          <a:p>
            <a:pPr marL="0" marR="0" lvl="0" indent="0" defTabSz="914400" rtl="0" eaLnBrk="0" fontAlgn="base" latinLnBrk="0" hangingPunct="0">
              <a:spcBef>
                <a:spcPct val="0"/>
              </a:spcBef>
              <a:spcAft>
                <a:spcPts val="600"/>
              </a:spcAft>
              <a:buClrTx/>
              <a:buSzTx/>
              <a:buFontTx/>
              <a:buNone/>
              <a:tabLst/>
            </a:pPr>
            <a:endParaRPr kumimoji="0" lang="en-US" altLang="en-US" sz="1300" b="0" i="0" u="none" strike="noStrike" cap="none" normalizeH="0" baseline="0">
              <a:ln>
                <a:noFill/>
              </a:ln>
              <a:effectLst/>
            </a:endParaRPr>
          </a:p>
        </p:txBody>
      </p:sp>
    </p:spTree>
    <p:extLst>
      <p:ext uri="{BB962C8B-B14F-4D97-AF65-F5344CB8AC3E}">
        <p14:creationId xmlns:p14="http://schemas.microsoft.com/office/powerpoint/2010/main" val="409220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c 4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2" name="Rectangle 3">
            <a:extLst>
              <a:ext uri="{FF2B5EF4-FFF2-40B4-BE49-F238E27FC236}">
                <a16:creationId xmlns:a16="http://schemas.microsoft.com/office/drawing/2014/main" id="{398216CF-6B08-D417-ECE7-294BF7C853C2}"/>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47500" lnSpcReduction="20000"/>
          </a:bodyPr>
          <a:lstStyle/>
          <a:p>
            <a:r>
              <a:rPr lang="en-US" b="1" dirty="0"/>
              <a:t>Name</a:t>
            </a:r>
            <a:r>
              <a:rPr lang="en-US" dirty="0"/>
              <a:t>: Sarah</a:t>
            </a:r>
          </a:p>
          <a:p>
            <a:r>
              <a:rPr lang="en-US" b="1" dirty="0"/>
              <a:t>Background</a:t>
            </a:r>
            <a:r>
              <a:rPr lang="en-US" dirty="0"/>
              <a:t>: Sarah is a 32-year-old marketing professional who is passionate about personal development and continuous learning. She has a busy schedule but always finds time to explore new topics and acquire new skills.</a:t>
            </a:r>
          </a:p>
          <a:p>
            <a:r>
              <a:rPr lang="en-US" b="1" dirty="0"/>
              <a:t>Goals</a:t>
            </a:r>
            <a:r>
              <a:rPr lang="en-US" dirty="0"/>
              <a:t>:</a:t>
            </a:r>
          </a:p>
          <a:p>
            <a:pPr>
              <a:buFont typeface="Arial" panose="020B0604020202020204" pitchFamily="34" charset="0"/>
              <a:buChar char="•"/>
            </a:pPr>
            <a:r>
              <a:rPr lang="en-US" dirty="0"/>
              <a:t>Expand her knowledge across various fields.</a:t>
            </a:r>
          </a:p>
          <a:p>
            <a:pPr>
              <a:buFont typeface="Arial" panose="020B0604020202020204" pitchFamily="34" charset="0"/>
              <a:buChar char="•"/>
            </a:pPr>
            <a:r>
              <a:rPr lang="en-US" dirty="0"/>
              <a:t>Improve her skills to advance her career.</a:t>
            </a:r>
          </a:p>
          <a:p>
            <a:pPr>
              <a:buFont typeface="Arial" panose="020B0604020202020204" pitchFamily="34" charset="0"/>
              <a:buChar char="•"/>
            </a:pPr>
            <a:r>
              <a:rPr lang="en-US" dirty="0"/>
              <a:t>Find a convenient and engaging way to learn in her spare time.</a:t>
            </a:r>
          </a:p>
          <a:p>
            <a:r>
              <a:rPr lang="en-US" b="1" dirty="0"/>
              <a:t>Challenges</a:t>
            </a:r>
            <a:r>
              <a:rPr lang="en-US" dirty="0"/>
              <a:t>:</a:t>
            </a:r>
          </a:p>
          <a:p>
            <a:pPr>
              <a:buFont typeface="Arial" panose="020B0604020202020204" pitchFamily="34" charset="0"/>
              <a:buChar char="•"/>
            </a:pPr>
            <a:r>
              <a:rPr lang="en-US" dirty="0"/>
              <a:t>Limited time due to her demanding job.</a:t>
            </a:r>
          </a:p>
          <a:p>
            <a:pPr>
              <a:buFont typeface="Arial" panose="020B0604020202020204" pitchFamily="34" charset="0"/>
              <a:buChar char="•"/>
            </a:pPr>
            <a:r>
              <a:rPr lang="en-US" dirty="0"/>
              <a:t>Difficulty finding high-quality educational resources tailored to her interests.</a:t>
            </a:r>
          </a:p>
          <a:p>
            <a:pPr>
              <a:buFont typeface="Arial" panose="020B0604020202020204" pitchFamily="34" charset="0"/>
              <a:buChar char="•"/>
            </a:pPr>
            <a:r>
              <a:rPr lang="en-US" dirty="0"/>
              <a:t>Lack of motivation to stick with traditional learning methods.</a:t>
            </a:r>
          </a:p>
          <a:p>
            <a:r>
              <a:rPr lang="en-US" b="1" dirty="0"/>
              <a:t>How </a:t>
            </a:r>
            <a:r>
              <a:rPr lang="en-US" b="1" dirty="0" err="1"/>
              <a:t>MindFuel</a:t>
            </a:r>
            <a:r>
              <a:rPr lang="en-US" b="1" dirty="0"/>
              <a:t> Addresses Sarah's Needs</a:t>
            </a:r>
            <a:r>
              <a:rPr lang="en-US" dirty="0"/>
              <a:t>:</a:t>
            </a:r>
          </a:p>
          <a:p>
            <a:pPr>
              <a:buFont typeface="Arial" panose="020B0604020202020204" pitchFamily="34" charset="0"/>
              <a:buChar char="•"/>
            </a:pPr>
            <a:r>
              <a:rPr lang="en-US" dirty="0"/>
              <a:t>Offers bite-sized lessons and interactive challenges that fit into her busy schedule.</a:t>
            </a:r>
          </a:p>
          <a:p>
            <a:pPr>
              <a:buFont typeface="Arial" panose="020B0604020202020204" pitchFamily="34" charset="0"/>
              <a:buChar char="•"/>
            </a:pPr>
            <a:r>
              <a:rPr lang="en-US" dirty="0"/>
              <a:t>Curates content across diverse topics, including personal development and career advancement.</a:t>
            </a:r>
          </a:p>
          <a:p>
            <a:pPr>
              <a:buFont typeface="Arial" panose="020B0604020202020204" pitchFamily="34" charset="0"/>
              <a:buChar char="•"/>
            </a:pPr>
            <a:r>
              <a:rPr lang="en-US" dirty="0"/>
              <a:t>Provides a stimulating and engaging learning experience to keep her motivated and inspired.</a:t>
            </a:r>
          </a:p>
          <a:p>
            <a:r>
              <a:rPr lang="en-US" b="1" dirty="0"/>
              <a:t>Digital Adoption and Research</a:t>
            </a:r>
            <a:r>
              <a:rPr lang="en-US" dirty="0"/>
              <a:t>:</a:t>
            </a:r>
          </a:p>
          <a:p>
            <a:pPr>
              <a:buFont typeface="Arial" panose="020B0604020202020204" pitchFamily="34" charset="0"/>
              <a:buChar char="•"/>
            </a:pPr>
            <a:r>
              <a:rPr lang="en-US" dirty="0"/>
              <a:t>Conducted surveys and interviews with potential users to understand their learning preferences and pain points.</a:t>
            </a:r>
          </a:p>
          <a:p>
            <a:pPr>
              <a:buFont typeface="Arial" panose="020B0604020202020204" pitchFamily="34" charset="0"/>
              <a:buChar char="•"/>
            </a:pPr>
            <a:r>
              <a:rPr lang="en-US" dirty="0"/>
              <a:t>Analyzed market trends and competitor offerings to identify gaps and opportunities.</a:t>
            </a:r>
          </a:p>
          <a:p>
            <a:pPr>
              <a:buFont typeface="Arial" panose="020B0604020202020204" pitchFamily="34" charset="0"/>
              <a:buChar char="•"/>
            </a:pPr>
            <a:r>
              <a:rPr lang="en-US" dirty="0"/>
              <a:t>Tested early versions of the platform with a small group of users to gather feedback and iterate on the product.</a:t>
            </a:r>
          </a:p>
          <a:p>
            <a:pPr>
              <a:buFont typeface="Arial" panose="020B0604020202020204" pitchFamily="34" charset="0"/>
              <a:buChar char="•"/>
            </a:pPr>
            <a:r>
              <a:rPr lang="en-US" dirty="0"/>
              <a:t>Leveraged digital marketing channels to build awareness and attract users to the platform.</a:t>
            </a:r>
          </a:p>
        </p:txBody>
      </p:sp>
      <p:sp>
        <p:nvSpPr>
          <p:cNvPr id="2" name="Title 1">
            <a:extLst>
              <a:ext uri="{FF2B5EF4-FFF2-40B4-BE49-F238E27FC236}">
                <a16:creationId xmlns:a16="http://schemas.microsoft.com/office/drawing/2014/main" id="{3B5131B3-5C0B-1E34-FAFD-9903F2361572}"/>
              </a:ext>
            </a:extLst>
          </p:cNvPr>
          <p:cNvSpPr>
            <a:spLocks noGrp="1"/>
          </p:cNvSpPr>
          <p:nvPr>
            <p:ph type="title"/>
          </p:nvPr>
        </p:nvSpPr>
        <p:spPr>
          <a:xfrm>
            <a:off x="166210" y="3050435"/>
            <a:ext cx="3722933" cy="757130"/>
          </a:xfrm>
          <a:ln w="25400" cap="sq">
            <a:solidFill>
              <a:srgbClr val="FFFFFF"/>
            </a:solidFill>
            <a:miter lim="800000"/>
          </a:ln>
        </p:spPr>
        <p:txBody>
          <a:bodyPr wrap="square">
            <a:normAutofit/>
          </a:bodyPr>
          <a:lstStyle/>
          <a:p>
            <a:pPr algn="ctr"/>
            <a:r>
              <a:rPr lang="en-CA" sz="2400" dirty="0">
                <a:solidFill>
                  <a:srgbClr val="FFFFFF"/>
                </a:solidFill>
              </a:rPr>
              <a:t>Customers</a:t>
            </a:r>
          </a:p>
        </p:txBody>
      </p:sp>
    </p:spTree>
    <p:extLst>
      <p:ext uri="{BB962C8B-B14F-4D97-AF65-F5344CB8AC3E}">
        <p14:creationId xmlns:p14="http://schemas.microsoft.com/office/powerpoint/2010/main" val="2439002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EE36FA-A7B5-4414-E78B-9F7D2640D99C}"/>
              </a:ext>
            </a:extLst>
          </p:cNvPr>
          <p:cNvSpPr>
            <a:spLocks noGrp="1"/>
          </p:cNvSpPr>
          <p:nvPr>
            <p:ph type="title"/>
          </p:nvPr>
        </p:nvSpPr>
        <p:spPr>
          <a:xfrm>
            <a:off x="838200" y="365125"/>
            <a:ext cx="5558489" cy="1325563"/>
          </a:xfrm>
        </p:spPr>
        <p:txBody>
          <a:bodyPr>
            <a:normAutofit/>
          </a:bodyPr>
          <a:lstStyle/>
          <a:p>
            <a:r>
              <a:rPr lang="en-CA" dirty="0"/>
              <a:t>Budget</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31" name="Content Placeholder 30">
            <a:extLst>
              <a:ext uri="{FF2B5EF4-FFF2-40B4-BE49-F238E27FC236}">
                <a16:creationId xmlns:a16="http://schemas.microsoft.com/office/drawing/2014/main" id="{3036AA97-C6A9-DE30-C498-51F8D8792E1F}"/>
              </a:ext>
            </a:extLst>
          </p:cNvPr>
          <p:cNvGraphicFramePr>
            <a:graphicFrameLocks noGrp="1"/>
          </p:cNvGraphicFramePr>
          <p:nvPr>
            <p:ph idx="1"/>
            <p:extLst>
              <p:ext uri="{D42A27DB-BD31-4B8C-83A1-F6EECF244321}">
                <p14:modId xmlns:p14="http://schemas.microsoft.com/office/powerpoint/2010/main" val="945289865"/>
              </p:ext>
            </p:extLst>
          </p:nvPr>
        </p:nvGraphicFramePr>
        <p:xfrm>
          <a:off x="838200" y="1825625"/>
          <a:ext cx="5558489"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650071"/>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422</TotalTime>
  <Words>530</Words>
  <Application>Microsoft Office PowerPoint</Application>
  <PresentationFormat>Widescreen</PresentationFormat>
  <Paragraphs>76</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Calibri Light</vt:lpstr>
      <vt:lpstr>Wingdings</vt:lpstr>
      <vt:lpstr>Office 2013 - 2022 Theme</vt:lpstr>
      <vt:lpstr>Group Number </vt:lpstr>
      <vt:lpstr>MindFluel</vt:lpstr>
      <vt:lpstr>PowerPoint Presentation</vt:lpstr>
      <vt:lpstr>Business Model</vt:lpstr>
      <vt:lpstr>PowerPoint Presentation</vt:lpstr>
      <vt:lpstr>Customers</vt:lpstr>
      <vt:lpstr>Budget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 Raval</dc:creator>
  <cp:lastModifiedBy>Sneha Raval</cp:lastModifiedBy>
  <cp:revision>1</cp:revision>
  <dcterms:created xsi:type="dcterms:W3CDTF">2024-06-08T18:50:50Z</dcterms:created>
  <dcterms:modified xsi:type="dcterms:W3CDTF">2024-06-16T03:57:16Z</dcterms:modified>
</cp:coreProperties>
</file>